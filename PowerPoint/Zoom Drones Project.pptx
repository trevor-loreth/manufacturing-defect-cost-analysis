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14"/>
  </p:notesMasterIdLst>
  <p:handoutMasterIdLst>
    <p:handoutMasterId r:id="rId15"/>
  </p:handoutMasterIdLst>
  <p:sldIdLst>
    <p:sldId id="258"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E1D3AE-AAB2-4B84-B2FE-FF9C35925287}" v="8" dt="2026-05-13T19:45:07.6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30"/>
  </p:normalViewPr>
  <p:slideViewPr>
    <p:cSldViewPr showGuides="1">
      <p:cViewPr>
        <p:scale>
          <a:sx n="66" d="100"/>
          <a:sy n="66" d="100"/>
        </p:scale>
        <p:origin x="882" y="54"/>
      </p:cViewPr>
      <p:guideLst>
        <p:guide orient="horz" pos="2160"/>
        <p:guide pos="3840"/>
      </p:guideLst>
    </p:cSldViewPr>
  </p:slideViewPr>
  <p:notesTextViewPr>
    <p:cViewPr>
      <p:scale>
        <a:sx n="1" d="1"/>
        <a:sy n="1" d="1"/>
      </p:scale>
      <p:origin x="0" y="0"/>
    </p:cViewPr>
  </p:notesTextViewPr>
  <p:sorterViewPr>
    <p:cViewPr>
      <p:scale>
        <a:sx n="100" d="100"/>
        <a:sy n="100" d="100"/>
      </p:scale>
      <p:origin x="0" y="-21892"/>
    </p:cViewPr>
  </p:sorterViewPr>
  <p:notesViewPr>
    <p:cSldViewPr>
      <p:cViewPr varScale="1">
        <p:scale>
          <a:sx n="90" d="100"/>
          <a:sy n="90" d="100"/>
        </p:scale>
        <p:origin x="2920"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ster T" userId="5be8e0871ec53d25" providerId="LiveId" clId="{B0421476-05C6-4F75-B70C-CC45FC9DFA33}"/>
    <pc:docChg chg="undo custSel addSld delSld modSld">
      <pc:chgData name="Master T" userId="5be8e0871ec53d25" providerId="LiveId" clId="{B0421476-05C6-4F75-B70C-CC45FC9DFA33}" dt="2026-05-13T19:46:03.806" v="1371" actId="20577"/>
      <pc:docMkLst>
        <pc:docMk/>
      </pc:docMkLst>
      <pc:sldChg chg="modSp mod">
        <pc:chgData name="Master T" userId="5be8e0871ec53d25" providerId="LiveId" clId="{B0421476-05C6-4F75-B70C-CC45FC9DFA33}" dt="2026-05-11T14:32:39.939" v="73" actId="20577"/>
        <pc:sldMkLst>
          <pc:docMk/>
          <pc:sldMk cId="3336387626" sldId="259"/>
        </pc:sldMkLst>
        <pc:spChg chg="mod">
          <ac:chgData name="Master T" userId="5be8e0871ec53d25" providerId="LiveId" clId="{B0421476-05C6-4F75-B70C-CC45FC9DFA33}" dt="2026-05-11T14:32:39.939" v="73" actId="20577"/>
          <ac:spMkLst>
            <pc:docMk/>
            <pc:sldMk cId="3336387626" sldId="259"/>
            <ac:spMk id="6" creationId="{4A22E4E4-D532-E7C7-A2E6-8947652AC2A4}"/>
          </ac:spMkLst>
        </pc:spChg>
      </pc:sldChg>
      <pc:sldChg chg="addSp delSp modSp new mod modClrScheme chgLayout">
        <pc:chgData name="Master T" userId="5be8e0871ec53d25" providerId="LiveId" clId="{B0421476-05C6-4F75-B70C-CC45FC9DFA33}" dt="2026-05-13T19:03:03.486" v="131" actId="26606"/>
        <pc:sldMkLst>
          <pc:docMk/>
          <pc:sldMk cId="325275476" sldId="261"/>
        </pc:sldMkLst>
        <pc:spChg chg="mod">
          <ac:chgData name="Master T" userId="5be8e0871ec53d25" providerId="LiveId" clId="{B0421476-05C6-4F75-B70C-CC45FC9DFA33}" dt="2026-05-13T19:03:03.486" v="131" actId="26606"/>
          <ac:spMkLst>
            <pc:docMk/>
            <pc:sldMk cId="325275476" sldId="261"/>
            <ac:spMk id="2" creationId="{8023C391-D768-31BC-94A6-F81DEA453C1D}"/>
          </ac:spMkLst>
        </pc:spChg>
        <pc:spChg chg="del mod">
          <ac:chgData name="Master T" userId="5be8e0871ec53d25" providerId="LiveId" clId="{B0421476-05C6-4F75-B70C-CC45FC9DFA33}" dt="2026-05-13T19:03:03.486" v="131" actId="26606"/>
          <ac:spMkLst>
            <pc:docMk/>
            <pc:sldMk cId="325275476" sldId="261"/>
            <ac:spMk id="3" creationId="{966F058E-4C12-B45A-5E98-86B7B24B2E29}"/>
          </ac:spMkLst>
        </pc:spChg>
        <pc:graphicFrameChg chg="add mod">
          <ac:chgData name="Master T" userId="5be8e0871ec53d25" providerId="LiveId" clId="{B0421476-05C6-4F75-B70C-CC45FC9DFA33}" dt="2026-05-13T19:03:03.486" v="131" actId="26606"/>
          <ac:graphicFrameMkLst>
            <pc:docMk/>
            <pc:sldMk cId="325275476" sldId="261"/>
            <ac:graphicFrameMk id="5" creationId="{373C1572-0E81-918A-A209-98094413CE51}"/>
          </ac:graphicFrameMkLst>
        </pc:graphicFrameChg>
      </pc:sldChg>
      <pc:sldChg chg="addSp delSp modSp new mod modClrScheme chgLayout">
        <pc:chgData name="Master T" userId="5be8e0871ec53d25" providerId="LiveId" clId="{B0421476-05C6-4F75-B70C-CC45FC9DFA33}" dt="2026-05-13T19:09:09.895" v="387" actId="26606"/>
        <pc:sldMkLst>
          <pc:docMk/>
          <pc:sldMk cId="4039104976" sldId="262"/>
        </pc:sldMkLst>
        <pc:spChg chg="mod">
          <ac:chgData name="Master T" userId="5be8e0871ec53d25" providerId="LiveId" clId="{B0421476-05C6-4F75-B70C-CC45FC9DFA33}" dt="2026-05-13T19:09:09.895" v="387" actId="26606"/>
          <ac:spMkLst>
            <pc:docMk/>
            <pc:sldMk cId="4039104976" sldId="262"/>
            <ac:spMk id="2" creationId="{FD39055F-7DC5-3B50-9991-B90C9913DD34}"/>
          </ac:spMkLst>
        </pc:spChg>
        <pc:spChg chg="del mod">
          <ac:chgData name="Master T" userId="5be8e0871ec53d25" providerId="LiveId" clId="{B0421476-05C6-4F75-B70C-CC45FC9DFA33}" dt="2026-05-13T19:09:09.895" v="387" actId="26606"/>
          <ac:spMkLst>
            <pc:docMk/>
            <pc:sldMk cId="4039104976" sldId="262"/>
            <ac:spMk id="3" creationId="{2F1E319C-6631-1061-9D5F-BB6698C3B060}"/>
          </ac:spMkLst>
        </pc:spChg>
        <pc:graphicFrameChg chg="add mod">
          <ac:chgData name="Master T" userId="5be8e0871ec53d25" providerId="LiveId" clId="{B0421476-05C6-4F75-B70C-CC45FC9DFA33}" dt="2026-05-13T19:09:09.895" v="387" actId="26606"/>
          <ac:graphicFrameMkLst>
            <pc:docMk/>
            <pc:sldMk cId="4039104976" sldId="262"/>
            <ac:graphicFrameMk id="5" creationId="{7088D11E-D6AA-4144-8E91-42F3B872F03E}"/>
          </ac:graphicFrameMkLst>
        </pc:graphicFrameChg>
      </pc:sldChg>
      <pc:sldChg chg="addSp delSp modSp new mod modClrScheme chgLayout">
        <pc:chgData name="Master T" userId="5be8e0871ec53d25" providerId="LiveId" clId="{B0421476-05C6-4F75-B70C-CC45FC9DFA33}" dt="2026-05-13T19:34:00.091" v="869" actId="14100"/>
        <pc:sldMkLst>
          <pc:docMk/>
          <pc:sldMk cId="3621705962" sldId="263"/>
        </pc:sldMkLst>
        <pc:spChg chg="mod">
          <ac:chgData name="Master T" userId="5be8e0871ec53d25" providerId="LiveId" clId="{B0421476-05C6-4F75-B70C-CC45FC9DFA33}" dt="2026-05-13T19:11:33.419" v="421" actId="26606"/>
          <ac:spMkLst>
            <pc:docMk/>
            <pc:sldMk cId="3621705962" sldId="263"/>
            <ac:spMk id="2" creationId="{61EDFC43-8D7E-A024-FBE1-84F6405ED990}"/>
          </ac:spMkLst>
        </pc:spChg>
        <pc:spChg chg="del">
          <ac:chgData name="Master T" userId="5be8e0871ec53d25" providerId="LiveId" clId="{B0421476-05C6-4F75-B70C-CC45FC9DFA33}" dt="2026-05-13T19:09:42.410" v="390"/>
          <ac:spMkLst>
            <pc:docMk/>
            <pc:sldMk cId="3621705962" sldId="263"/>
            <ac:spMk id="3" creationId="{3A556CD3-2698-0034-8640-AFC339F10374}"/>
          </ac:spMkLst>
        </pc:spChg>
        <pc:spChg chg="add del mod">
          <ac:chgData name="Master T" userId="5be8e0871ec53d25" providerId="LiveId" clId="{B0421476-05C6-4F75-B70C-CC45FC9DFA33}" dt="2026-05-13T19:13:28.420" v="429"/>
          <ac:spMkLst>
            <pc:docMk/>
            <pc:sldMk cId="3621705962" sldId="263"/>
            <ac:spMk id="6" creationId="{A09C8FC7-2EC5-49F2-57CE-650577CE5B0E}"/>
          </ac:spMkLst>
        </pc:spChg>
        <pc:spChg chg="add del mod">
          <ac:chgData name="Master T" userId="5be8e0871ec53d25" providerId="LiveId" clId="{B0421476-05C6-4F75-B70C-CC45FC9DFA33}" dt="2026-05-13T19:33:51.134" v="868"/>
          <ac:spMkLst>
            <pc:docMk/>
            <pc:sldMk cId="3621705962" sldId="263"/>
            <ac:spMk id="7" creationId="{C9F10D52-4AED-B69D-B292-F7DB17D2E4D9}"/>
          </ac:spMkLst>
        </pc:spChg>
        <pc:picChg chg="add mod ord">
          <ac:chgData name="Master T" userId="5be8e0871ec53d25" providerId="LiveId" clId="{B0421476-05C6-4F75-B70C-CC45FC9DFA33}" dt="2026-05-13T19:34:00.091" v="869" actId="14100"/>
          <ac:picMkLst>
            <pc:docMk/>
            <pc:sldMk cId="3621705962" sldId="263"/>
            <ac:picMk id="5" creationId="{AB157366-2086-5904-FFB9-6F346F3E5F45}"/>
          </ac:picMkLst>
        </pc:picChg>
      </pc:sldChg>
      <pc:sldChg chg="addSp delSp modSp new mod modMedia modClrScheme delAnim chgLayout">
        <pc:chgData name="Master T" userId="5be8e0871ec53d25" providerId="LiveId" clId="{B0421476-05C6-4F75-B70C-CC45FC9DFA33}" dt="2026-05-13T19:16:40.144" v="448" actId="26606"/>
        <pc:sldMkLst>
          <pc:docMk/>
          <pc:sldMk cId="2092000221" sldId="264"/>
        </pc:sldMkLst>
        <pc:spChg chg="mod">
          <ac:chgData name="Master T" userId="5be8e0871ec53d25" providerId="LiveId" clId="{B0421476-05C6-4F75-B70C-CC45FC9DFA33}" dt="2026-05-13T19:16:40.144" v="448" actId="26606"/>
          <ac:spMkLst>
            <pc:docMk/>
            <pc:sldMk cId="2092000221" sldId="264"/>
            <ac:spMk id="2" creationId="{39E903FD-4D83-4171-7A54-CB04A13585D0}"/>
          </ac:spMkLst>
        </pc:spChg>
        <pc:spChg chg="mod">
          <ac:chgData name="Master T" userId="5be8e0871ec53d25" providerId="LiveId" clId="{B0421476-05C6-4F75-B70C-CC45FC9DFA33}" dt="2026-05-13T19:16:40.144" v="448" actId="26606"/>
          <ac:spMkLst>
            <pc:docMk/>
            <pc:sldMk cId="2092000221" sldId="264"/>
            <ac:spMk id="3" creationId="{0A35BAB3-B015-290B-289B-8202F1BCE321}"/>
          </ac:spMkLst>
        </pc:spChg>
        <pc:picChg chg="add del mod">
          <ac:chgData name="Master T" userId="5be8e0871ec53d25" providerId="LiveId" clId="{B0421476-05C6-4F75-B70C-CC45FC9DFA33}" dt="2026-05-13T19:16:40.121" v="447" actId="26606"/>
          <ac:picMkLst>
            <pc:docMk/>
            <pc:sldMk cId="2092000221" sldId="264"/>
            <ac:picMk id="5" creationId="{FC03BDE5-161F-9AD3-B65D-9403141177EB}"/>
          </ac:picMkLst>
        </pc:picChg>
        <pc:picChg chg="add">
          <ac:chgData name="Master T" userId="5be8e0871ec53d25" providerId="LiveId" clId="{B0421476-05C6-4F75-B70C-CC45FC9DFA33}" dt="2026-05-13T19:16:40.144" v="448" actId="26606"/>
          <ac:picMkLst>
            <pc:docMk/>
            <pc:sldMk cId="2092000221" sldId="264"/>
            <ac:picMk id="7" creationId="{F3F08477-4EBA-2118-DF15-FC39E50AB686}"/>
          </ac:picMkLst>
        </pc:picChg>
      </pc:sldChg>
      <pc:sldChg chg="addSp delSp modSp new mod modClrScheme chgLayout">
        <pc:chgData name="Master T" userId="5be8e0871ec53d25" providerId="LiveId" clId="{B0421476-05C6-4F75-B70C-CC45FC9DFA33}" dt="2026-05-13T19:35:00.961" v="870" actId="26606"/>
        <pc:sldMkLst>
          <pc:docMk/>
          <pc:sldMk cId="747858235" sldId="265"/>
        </pc:sldMkLst>
        <pc:spChg chg="mod">
          <ac:chgData name="Master T" userId="5be8e0871ec53d25" providerId="LiveId" clId="{B0421476-05C6-4F75-B70C-CC45FC9DFA33}" dt="2026-05-13T19:35:00.961" v="870" actId="26606"/>
          <ac:spMkLst>
            <pc:docMk/>
            <pc:sldMk cId="747858235" sldId="265"/>
            <ac:spMk id="2" creationId="{7D20FBD4-CEB2-309C-7D24-0B0DDF282355}"/>
          </ac:spMkLst>
        </pc:spChg>
        <pc:spChg chg="del mod">
          <ac:chgData name="Master T" userId="5be8e0871ec53d25" providerId="LiveId" clId="{B0421476-05C6-4F75-B70C-CC45FC9DFA33}" dt="2026-05-13T19:35:00.961" v="870" actId="26606"/>
          <ac:spMkLst>
            <pc:docMk/>
            <pc:sldMk cId="747858235" sldId="265"/>
            <ac:spMk id="3" creationId="{2360847F-A992-269B-E7C2-EFAF17A3952F}"/>
          </ac:spMkLst>
        </pc:spChg>
        <pc:spChg chg="del">
          <ac:chgData name="Master T" userId="5be8e0871ec53d25" providerId="LiveId" clId="{B0421476-05C6-4F75-B70C-CC45FC9DFA33}" dt="2026-05-13T19:17:16.594" v="450" actId="26606"/>
          <ac:spMkLst>
            <pc:docMk/>
            <pc:sldMk cId="747858235" sldId="265"/>
            <ac:spMk id="4" creationId="{39F3A069-4509-663F-E87D-4D9B28ED2361}"/>
          </ac:spMkLst>
        </pc:spChg>
        <pc:graphicFrameChg chg="add mod">
          <ac:chgData name="Master T" userId="5be8e0871ec53d25" providerId="LiveId" clId="{B0421476-05C6-4F75-B70C-CC45FC9DFA33}" dt="2026-05-13T19:35:00.961" v="870" actId="26606"/>
          <ac:graphicFrameMkLst>
            <pc:docMk/>
            <pc:sldMk cId="747858235" sldId="265"/>
            <ac:graphicFrameMk id="7" creationId="{5CA99973-79E5-624B-885B-523D0C0C6875}"/>
          </ac:graphicFrameMkLst>
        </pc:graphicFrameChg>
      </pc:sldChg>
      <pc:sldChg chg="addSp delSp modSp new del mod modClrScheme chgLayout">
        <pc:chgData name="Master T" userId="5be8e0871ec53d25" providerId="LiveId" clId="{B0421476-05C6-4F75-B70C-CC45FC9DFA33}" dt="2026-05-13T19:35:30.273" v="871" actId="2696"/>
        <pc:sldMkLst>
          <pc:docMk/>
          <pc:sldMk cId="2151248199" sldId="266"/>
        </pc:sldMkLst>
        <pc:spChg chg="mod">
          <ac:chgData name="Master T" userId="5be8e0871ec53d25" providerId="LiveId" clId="{B0421476-05C6-4F75-B70C-CC45FC9DFA33}" dt="2026-05-13T19:26:10.729" v="863" actId="26606"/>
          <ac:spMkLst>
            <pc:docMk/>
            <pc:sldMk cId="2151248199" sldId="266"/>
            <ac:spMk id="2" creationId="{3167B384-BEB2-33C5-15F4-6A3B05881777}"/>
          </ac:spMkLst>
        </pc:spChg>
        <pc:spChg chg="del">
          <ac:chgData name="Master T" userId="5be8e0871ec53d25" providerId="LiveId" clId="{B0421476-05C6-4F75-B70C-CC45FC9DFA33}" dt="2026-05-13T19:26:10.729" v="863" actId="26606"/>
          <ac:spMkLst>
            <pc:docMk/>
            <pc:sldMk cId="2151248199" sldId="266"/>
            <ac:spMk id="3" creationId="{69A44517-1EEA-E06F-9378-089FAA6C9ED2}"/>
          </ac:spMkLst>
        </pc:spChg>
        <pc:spChg chg="del">
          <ac:chgData name="Master T" userId="5be8e0871ec53d25" providerId="LiveId" clId="{B0421476-05C6-4F75-B70C-CC45FC9DFA33}" dt="2026-05-13T19:26:10.729" v="863" actId="26606"/>
          <ac:spMkLst>
            <pc:docMk/>
            <pc:sldMk cId="2151248199" sldId="266"/>
            <ac:spMk id="4" creationId="{F90CD613-4BF2-8335-03EA-6AC7BCD5FB7B}"/>
          </ac:spMkLst>
        </pc:spChg>
        <pc:graphicFrameChg chg="add del">
          <ac:chgData name="Master T" userId="5be8e0871ec53d25" providerId="LiveId" clId="{B0421476-05C6-4F75-B70C-CC45FC9DFA33}" dt="2026-05-13T19:33:05.719" v="865" actId="478"/>
          <ac:graphicFrameMkLst>
            <pc:docMk/>
            <pc:sldMk cId="2151248199" sldId="266"/>
            <ac:graphicFrameMk id="5" creationId="{83CDED4E-9FA2-0F82-53E1-BCB818FBC58F}"/>
          </ac:graphicFrameMkLst>
        </pc:graphicFrameChg>
        <pc:graphicFrameChg chg="add mod">
          <ac:chgData name="Master T" userId="5be8e0871ec53d25" providerId="LiveId" clId="{B0421476-05C6-4F75-B70C-CC45FC9DFA33}" dt="2026-05-13T19:26:10.729" v="863" actId="26606"/>
          <ac:graphicFrameMkLst>
            <pc:docMk/>
            <pc:sldMk cId="2151248199" sldId="266"/>
            <ac:graphicFrameMk id="6" creationId="{69A44517-1EEA-E06F-9378-089FAA6C9ED2}"/>
          </ac:graphicFrameMkLst>
        </pc:graphicFrameChg>
      </pc:sldChg>
      <pc:sldChg chg="modSp new mod">
        <pc:chgData name="Master T" userId="5be8e0871ec53d25" providerId="LiveId" clId="{B0421476-05C6-4F75-B70C-CC45FC9DFA33}" dt="2026-05-13T19:46:03.806" v="1371" actId="20577"/>
        <pc:sldMkLst>
          <pc:docMk/>
          <pc:sldMk cId="3302593242" sldId="266"/>
        </pc:sldMkLst>
        <pc:spChg chg="mod">
          <ac:chgData name="Master T" userId="5be8e0871ec53d25" providerId="LiveId" clId="{B0421476-05C6-4F75-B70C-CC45FC9DFA33}" dt="2026-05-13T19:35:47.605" v="887" actId="20577"/>
          <ac:spMkLst>
            <pc:docMk/>
            <pc:sldMk cId="3302593242" sldId="266"/>
            <ac:spMk id="2" creationId="{09EE447D-5509-5379-567C-3347A4BFC0DB}"/>
          </ac:spMkLst>
        </pc:spChg>
        <pc:spChg chg="mod">
          <ac:chgData name="Master T" userId="5be8e0871ec53d25" providerId="LiveId" clId="{B0421476-05C6-4F75-B70C-CC45FC9DFA33}" dt="2026-05-13T19:46:03.806" v="1371" actId="20577"/>
          <ac:spMkLst>
            <pc:docMk/>
            <pc:sldMk cId="3302593242" sldId="266"/>
            <ac:spMk id="3" creationId="{D6E81A25-30AC-B8FB-06EA-74C15560A285}"/>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E7B034-C66C-4BF3-9B9C-6EE89D8E360C}" type="doc">
      <dgm:prSet loTypeId="urn:microsoft.com/office/officeart/2016/7/layout/RepeatingBendingProcessNew" loCatId="process" qsTypeId="urn:microsoft.com/office/officeart/2005/8/quickstyle/simple4" qsCatId="simple" csTypeId="urn:microsoft.com/office/officeart/2005/8/colors/accent1_2" csCatId="accent1"/>
      <dgm:spPr/>
      <dgm:t>
        <a:bodyPr/>
        <a:lstStyle/>
        <a:p>
          <a:endParaRPr lang="en-US"/>
        </a:p>
      </dgm:t>
    </dgm:pt>
    <dgm:pt modelId="{1AAFBF69-29EE-499D-BFC1-484DBC69285C}">
      <dgm:prSet/>
      <dgm:spPr/>
      <dgm:t>
        <a:bodyPr/>
        <a:lstStyle/>
        <a:p>
          <a:r>
            <a:rPr lang="en-US"/>
            <a:t>Transfer raw data into SSMS</a:t>
          </a:r>
        </a:p>
      </dgm:t>
    </dgm:pt>
    <dgm:pt modelId="{F0A2A004-3864-432A-9CA1-EE35F2A3B1CC}" type="parTrans" cxnId="{013DD852-3577-4AAE-8931-341C171C1BE6}">
      <dgm:prSet/>
      <dgm:spPr/>
      <dgm:t>
        <a:bodyPr/>
        <a:lstStyle/>
        <a:p>
          <a:endParaRPr lang="en-US"/>
        </a:p>
      </dgm:t>
    </dgm:pt>
    <dgm:pt modelId="{6D485451-49BB-4DA2-B2AA-8A81CDC943DB}" type="sibTrans" cxnId="{013DD852-3577-4AAE-8931-341C171C1BE6}">
      <dgm:prSet/>
      <dgm:spPr/>
      <dgm:t>
        <a:bodyPr/>
        <a:lstStyle/>
        <a:p>
          <a:endParaRPr lang="en-US"/>
        </a:p>
      </dgm:t>
    </dgm:pt>
    <dgm:pt modelId="{04A8038F-52FE-4E63-BC7C-3C77C1FF3BA6}">
      <dgm:prSet/>
      <dgm:spPr/>
      <dgm:t>
        <a:bodyPr/>
        <a:lstStyle/>
        <a:p>
          <a:r>
            <a:rPr lang="en-US"/>
            <a:t>Establish relationships between tables</a:t>
          </a:r>
        </a:p>
      </dgm:t>
    </dgm:pt>
    <dgm:pt modelId="{2D29354D-9DF2-42B5-8C68-927A79C1B603}" type="parTrans" cxnId="{B559184D-FC86-4687-A514-8112D3A595E7}">
      <dgm:prSet/>
      <dgm:spPr/>
      <dgm:t>
        <a:bodyPr/>
        <a:lstStyle/>
        <a:p>
          <a:endParaRPr lang="en-US"/>
        </a:p>
      </dgm:t>
    </dgm:pt>
    <dgm:pt modelId="{D287AB8A-6AE0-40D6-A66F-3306D2E14430}" type="sibTrans" cxnId="{B559184D-FC86-4687-A514-8112D3A595E7}">
      <dgm:prSet/>
      <dgm:spPr/>
      <dgm:t>
        <a:bodyPr/>
        <a:lstStyle/>
        <a:p>
          <a:endParaRPr lang="en-US"/>
        </a:p>
      </dgm:t>
    </dgm:pt>
    <dgm:pt modelId="{CAA5BE40-79A4-48A3-8797-C6645970EE84}">
      <dgm:prSet/>
      <dgm:spPr/>
      <dgm:t>
        <a:bodyPr/>
        <a:lstStyle/>
        <a:p>
          <a:r>
            <a:rPr lang="en-US"/>
            <a:t>Fix data errors (Cost column in Sales table/cost traceability)</a:t>
          </a:r>
        </a:p>
      </dgm:t>
    </dgm:pt>
    <dgm:pt modelId="{D048639B-F1D2-4A24-B5F6-145F1709C1E4}" type="parTrans" cxnId="{17D7B3C1-B5D2-4651-A3DC-659147C39B1F}">
      <dgm:prSet/>
      <dgm:spPr/>
      <dgm:t>
        <a:bodyPr/>
        <a:lstStyle/>
        <a:p>
          <a:endParaRPr lang="en-US"/>
        </a:p>
      </dgm:t>
    </dgm:pt>
    <dgm:pt modelId="{5C8D460C-2E15-4E5F-8143-DC09F743A843}" type="sibTrans" cxnId="{17D7B3C1-B5D2-4651-A3DC-659147C39B1F}">
      <dgm:prSet/>
      <dgm:spPr/>
      <dgm:t>
        <a:bodyPr/>
        <a:lstStyle/>
        <a:p>
          <a:endParaRPr lang="en-US"/>
        </a:p>
      </dgm:t>
    </dgm:pt>
    <dgm:pt modelId="{187637BB-379D-4685-B841-7C739D18E414}">
      <dgm:prSet/>
      <dgm:spPr/>
      <dgm:t>
        <a:bodyPr/>
        <a:lstStyle/>
        <a:p>
          <a:r>
            <a:rPr lang="en-US"/>
            <a:t>Create a Summary View to facilitate further analysis</a:t>
          </a:r>
        </a:p>
      </dgm:t>
    </dgm:pt>
    <dgm:pt modelId="{B8890A00-8ECA-45B3-AC5B-80340A1F8B6F}" type="parTrans" cxnId="{B8D57DD9-3ECF-4BEB-87C1-8E0E29438A28}">
      <dgm:prSet/>
      <dgm:spPr/>
      <dgm:t>
        <a:bodyPr/>
        <a:lstStyle/>
        <a:p>
          <a:endParaRPr lang="en-US"/>
        </a:p>
      </dgm:t>
    </dgm:pt>
    <dgm:pt modelId="{7E88A1A0-6DEB-49A0-957C-78D012BF023E}" type="sibTrans" cxnId="{B8D57DD9-3ECF-4BEB-87C1-8E0E29438A28}">
      <dgm:prSet/>
      <dgm:spPr/>
      <dgm:t>
        <a:bodyPr/>
        <a:lstStyle/>
        <a:p>
          <a:endParaRPr lang="en-US"/>
        </a:p>
      </dgm:t>
    </dgm:pt>
    <dgm:pt modelId="{40680C33-1F8B-4F5F-B9F7-5BF044B93AFB}">
      <dgm:prSet/>
      <dgm:spPr/>
      <dgm:t>
        <a:bodyPr/>
        <a:lstStyle/>
        <a:p>
          <a:r>
            <a:rPr lang="en-US"/>
            <a:t>Create Stored Procedures to allow for future data entry</a:t>
          </a:r>
        </a:p>
      </dgm:t>
    </dgm:pt>
    <dgm:pt modelId="{A007DF6D-3CC7-4D39-8797-9D9A366E5BCD}" type="parTrans" cxnId="{4431EF20-57DE-49BC-9535-BB9112796049}">
      <dgm:prSet/>
      <dgm:spPr/>
      <dgm:t>
        <a:bodyPr/>
        <a:lstStyle/>
        <a:p>
          <a:endParaRPr lang="en-US"/>
        </a:p>
      </dgm:t>
    </dgm:pt>
    <dgm:pt modelId="{96E0D5A0-1A0C-4B40-8A97-FE4723D2BA85}" type="sibTrans" cxnId="{4431EF20-57DE-49BC-9535-BB9112796049}">
      <dgm:prSet/>
      <dgm:spPr/>
      <dgm:t>
        <a:bodyPr/>
        <a:lstStyle/>
        <a:p>
          <a:endParaRPr lang="en-US"/>
        </a:p>
      </dgm:t>
    </dgm:pt>
    <dgm:pt modelId="{8CB2A961-A613-4A9B-9262-399E9D97651C}">
      <dgm:prSet/>
      <dgm:spPr/>
      <dgm:t>
        <a:bodyPr/>
        <a:lstStyle/>
        <a:p>
          <a:r>
            <a:rPr lang="en-US"/>
            <a:t>Create a live connection to Power BI</a:t>
          </a:r>
        </a:p>
      </dgm:t>
    </dgm:pt>
    <dgm:pt modelId="{ACE1A758-4A20-40F8-A4FC-7A93EA88FB6F}" type="parTrans" cxnId="{42B7E66F-37CE-4760-98FF-54AB43D655AF}">
      <dgm:prSet/>
      <dgm:spPr/>
      <dgm:t>
        <a:bodyPr/>
        <a:lstStyle/>
        <a:p>
          <a:endParaRPr lang="en-US"/>
        </a:p>
      </dgm:t>
    </dgm:pt>
    <dgm:pt modelId="{507E2F72-0174-40B0-8B54-52BEB4C1F3BC}" type="sibTrans" cxnId="{42B7E66F-37CE-4760-98FF-54AB43D655AF}">
      <dgm:prSet/>
      <dgm:spPr/>
      <dgm:t>
        <a:bodyPr/>
        <a:lstStyle/>
        <a:p>
          <a:endParaRPr lang="en-US"/>
        </a:p>
      </dgm:t>
    </dgm:pt>
    <dgm:pt modelId="{C6395FF2-0685-4F8C-A868-1D777F31C22F}">
      <dgm:prSet/>
      <dgm:spPr/>
      <dgm:t>
        <a:bodyPr/>
        <a:lstStyle/>
        <a:p>
          <a:r>
            <a:rPr lang="en-US"/>
            <a:t>Create custom measures/tables with DAX</a:t>
          </a:r>
        </a:p>
      </dgm:t>
    </dgm:pt>
    <dgm:pt modelId="{869A0676-5E62-4B13-86C1-C18721C77B1A}" type="parTrans" cxnId="{C601D382-EAF6-4326-B92A-3AAFD98DB6E6}">
      <dgm:prSet/>
      <dgm:spPr/>
      <dgm:t>
        <a:bodyPr/>
        <a:lstStyle/>
        <a:p>
          <a:endParaRPr lang="en-US"/>
        </a:p>
      </dgm:t>
    </dgm:pt>
    <dgm:pt modelId="{66084A22-FF94-43F0-82DA-0EDC9E20FAE0}" type="sibTrans" cxnId="{C601D382-EAF6-4326-B92A-3AAFD98DB6E6}">
      <dgm:prSet/>
      <dgm:spPr/>
      <dgm:t>
        <a:bodyPr/>
        <a:lstStyle/>
        <a:p>
          <a:endParaRPr lang="en-US"/>
        </a:p>
      </dgm:t>
    </dgm:pt>
    <dgm:pt modelId="{B7491FE1-2107-4221-A5E2-367D924819F5}">
      <dgm:prSet/>
      <dgm:spPr/>
      <dgm:t>
        <a:bodyPr/>
        <a:lstStyle/>
        <a:p>
          <a:r>
            <a:rPr lang="en-US"/>
            <a:t>Design a dashboard that facilitates root-cause analysis</a:t>
          </a:r>
        </a:p>
      </dgm:t>
    </dgm:pt>
    <dgm:pt modelId="{BEA610A8-4AFF-4A93-AFF6-F87C16628583}" type="parTrans" cxnId="{5E5657BB-BA93-4BA5-95C3-2DD90186CC96}">
      <dgm:prSet/>
      <dgm:spPr/>
      <dgm:t>
        <a:bodyPr/>
        <a:lstStyle/>
        <a:p>
          <a:endParaRPr lang="en-US"/>
        </a:p>
      </dgm:t>
    </dgm:pt>
    <dgm:pt modelId="{EB7CA623-3385-4BA4-91D8-31D58D762ABC}" type="sibTrans" cxnId="{5E5657BB-BA93-4BA5-95C3-2DD90186CC96}">
      <dgm:prSet/>
      <dgm:spPr/>
      <dgm:t>
        <a:bodyPr/>
        <a:lstStyle/>
        <a:p>
          <a:endParaRPr lang="en-US"/>
        </a:p>
      </dgm:t>
    </dgm:pt>
    <dgm:pt modelId="{F2ABB624-7C64-457D-A6AE-8FE3A593B5F5}">
      <dgm:prSet/>
      <dgm:spPr/>
      <dgm:t>
        <a:bodyPr/>
        <a:lstStyle/>
        <a:p>
          <a:r>
            <a:rPr lang="en-US"/>
            <a:t>Create and present insights gained through analysis</a:t>
          </a:r>
        </a:p>
      </dgm:t>
    </dgm:pt>
    <dgm:pt modelId="{A00E862C-71A0-4EEB-9EB2-BFC357A148EE}" type="parTrans" cxnId="{0ECE6458-6B16-4361-B524-98C9AA01B221}">
      <dgm:prSet/>
      <dgm:spPr/>
      <dgm:t>
        <a:bodyPr/>
        <a:lstStyle/>
        <a:p>
          <a:endParaRPr lang="en-US"/>
        </a:p>
      </dgm:t>
    </dgm:pt>
    <dgm:pt modelId="{8312E47E-CB6F-4A07-94BF-D33CC12A4824}" type="sibTrans" cxnId="{0ECE6458-6B16-4361-B524-98C9AA01B221}">
      <dgm:prSet/>
      <dgm:spPr/>
      <dgm:t>
        <a:bodyPr/>
        <a:lstStyle/>
        <a:p>
          <a:endParaRPr lang="en-US"/>
        </a:p>
      </dgm:t>
    </dgm:pt>
    <dgm:pt modelId="{92F61CFB-545E-4894-8E5E-F8E18F7A2665}" type="pres">
      <dgm:prSet presAssocID="{ACE7B034-C66C-4BF3-9B9C-6EE89D8E360C}" presName="Name0" presStyleCnt="0">
        <dgm:presLayoutVars>
          <dgm:dir/>
          <dgm:resizeHandles val="exact"/>
        </dgm:presLayoutVars>
      </dgm:prSet>
      <dgm:spPr/>
    </dgm:pt>
    <dgm:pt modelId="{E5C4EC96-B8BA-4435-9ECA-F6C2FB2DC099}" type="pres">
      <dgm:prSet presAssocID="{1AAFBF69-29EE-499D-BFC1-484DBC69285C}" presName="node" presStyleLbl="node1" presStyleIdx="0" presStyleCnt="9">
        <dgm:presLayoutVars>
          <dgm:bulletEnabled val="1"/>
        </dgm:presLayoutVars>
      </dgm:prSet>
      <dgm:spPr/>
    </dgm:pt>
    <dgm:pt modelId="{DFEC24F7-5DD9-4F5A-9DD5-3360B2BB1F66}" type="pres">
      <dgm:prSet presAssocID="{6D485451-49BB-4DA2-B2AA-8A81CDC943DB}" presName="sibTrans" presStyleLbl="sibTrans1D1" presStyleIdx="0" presStyleCnt="8"/>
      <dgm:spPr/>
    </dgm:pt>
    <dgm:pt modelId="{B518DB0B-F2DB-4336-85AB-8B7A093A20BD}" type="pres">
      <dgm:prSet presAssocID="{6D485451-49BB-4DA2-B2AA-8A81CDC943DB}" presName="connectorText" presStyleLbl="sibTrans1D1" presStyleIdx="0" presStyleCnt="8"/>
      <dgm:spPr/>
    </dgm:pt>
    <dgm:pt modelId="{DC85D3CE-9C64-42CD-A5AD-CA9C4E394F62}" type="pres">
      <dgm:prSet presAssocID="{04A8038F-52FE-4E63-BC7C-3C77C1FF3BA6}" presName="node" presStyleLbl="node1" presStyleIdx="1" presStyleCnt="9">
        <dgm:presLayoutVars>
          <dgm:bulletEnabled val="1"/>
        </dgm:presLayoutVars>
      </dgm:prSet>
      <dgm:spPr/>
    </dgm:pt>
    <dgm:pt modelId="{BD3454B7-ED8B-41B0-BBBE-8C1498824237}" type="pres">
      <dgm:prSet presAssocID="{D287AB8A-6AE0-40D6-A66F-3306D2E14430}" presName="sibTrans" presStyleLbl="sibTrans1D1" presStyleIdx="1" presStyleCnt="8"/>
      <dgm:spPr/>
    </dgm:pt>
    <dgm:pt modelId="{8884DAEA-2C32-4CE0-8AE8-78BB21043475}" type="pres">
      <dgm:prSet presAssocID="{D287AB8A-6AE0-40D6-A66F-3306D2E14430}" presName="connectorText" presStyleLbl="sibTrans1D1" presStyleIdx="1" presStyleCnt="8"/>
      <dgm:spPr/>
    </dgm:pt>
    <dgm:pt modelId="{DD13CC72-2076-4EF8-8F7B-D608AE974B1E}" type="pres">
      <dgm:prSet presAssocID="{CAA5BE40-79A4-48A3-8797-C6645970EE84}" presName="node" presStyleLbl="node1" presStyleIdx="2" presStyleCnt="9">
        <dgm:presLayoutVars>
          <dgm:bulletEnabled val="1"/>
        </dgm:presLayoutVars>
      </dgm:prSet>
      <dgm:spPr/>
    </dgm:pt>
    <dgm:pt modelId="{2ECE01D6-7385-4EF8-9BB0-CD68343D0518}" type="pres">
      <dgm:prSet presAssocID="{5C8D460C-2E15-4E5F-8143-DC09F743A843}" presName="sibTrans" presStyleLbl="sibTrans1D1" presStyleIdx="2" presStyleCnt="8"/>
      <dgm:spPr/>
    </dgm:pt>
    <dgm:pt modelId="{800D5760-912D-47B3-9AD8-7A6864C43EE7}" type="pres">
      <dgm:prSet presAssocID="{5C8D460C-2E15-4E5F-8143-DC09F743A843}" presName="connectorText" presStyleLbl="sibTrans1D1" presStyleIdx="2" presStyleCnt="8"/>
      <dgm:spPr/>
    </dgm:pt>
    <dgm:pt modelId="{E363E6E6-03AF-4EBE-9439-A17FE6EA5AE6}" type="pres">
      <dgm:prSet presAssocID="{187637BB-379D-4685-B841-7C739D18E414}" presName="node" presStyleLbl="node1" presStyleIdx="3" presStyleCnt="9">
        <dgm:presLayoutVars>
          <dgm:bulletEnabled val="1"/>
        </dgm:presLayoutVars>
      </dgm:prSet>
      <dgm:spPr/>
    </dgm:pt>
    <dgm:pt modelId="{EB4A06CB-3795-4854-959F-060D441055D6}" type="pres">
      <dgm:prSet presAssocID="{7E88A1A0-6DEB-49A0-957C-78D012BF023E}" presName="sibTrans" presStyleLbl="sibTrans1D1" presStyleIdx="3" presStyleCnt="8"/>
      <dgm:spPr/>
    </dgm:pt>
    <dgm:pt modelId="{823D593C-E999-489D-9A4D-47AAF49A8331}" type="pres">
      <dgm:prSet presAssocID="{7E88A1A0-6DEB-49A0-957C-78D012BF023E}" presName="connectorText" presStyleLbl="sibTrans1D1" presStyleIdx="3" presStyleCnt="8"/>
      <dgm:spPr/>
    </dgm:pt>
    <dgm:pt modelId="{F58EEC9C-98D4-4957-A089-84A2E1955F51}" type="pres">
      <dgm:prSet presAssocID="{40680C33-1F8B-4F5F-B9F7-5BF044B93AFB}" presName="node" presStyleLbl="node1" presStyleIdx="4" presStyleCnt="9">
        <dgm:presLayoutVars>
          <dgm:bulletEnabled val="1"/>
        </dgm:presLayoutVars>
      </dgm:prSet>
      <dgm:spPr/>
    </dgm:pt>
    <dgm:pt modelId="{AAF351FD-73A1-424D-A59C-653622F4A229}" type="pres">
      <dgm:prSet presAssocID="{96E0D5A0-1A0C-4B40-8A97-FE4723D2BA85}" presName="sibTrans" presStyleLbl="sibTrans1D1" presStyleIdx="4" presStyleCnt="8"/>
      <dgm:spPr/>
    </dgm:pt>
    <dgm:pt modelId="{B3E980FC-235F-47C0-A6E3-CE7A76EC756E}" type="pres">
      <dgm:prSet presAssocID="{96E0D5A0-1A0C-4B40-8A97-FE4723D2BA85}" presName="connectorText" presStyleLbl="sibTrans1D1" presStyleIdx="4" presStyleCnt="8"/>
      <dgm:spPr/>
    </dgm:pt>
    <dgm:pt modelId="{37741DD2-77ED-4881-A909-6438D6EE0BEF}" type="pres">
      <dgm:prSet presAssocID="{8CB2A961-A613-4A9B-9262-399E9D97651C}" presName="node" presStyleLbl="node1" presStyleIdx="5" presStyleCnt="9">
        <dgm:presLayoutVars>
          <dgm:bulletEnabled val="1"/>
        </dgm:presLayoutVars>
      </dgm:prSet>
      <dgm:spPr/>
    </dgm:pt>
    <dgm:pt modelId="{B90A6AF9-EBD9-40E6-AA5C-6B624A62AAFE}" type="pres">
      <dgm:prSet presAssocID="{507E2F72-0174-40B0-8B54-52BEB4C1F3BC}" presName="sibTrans" presStyleLbl="sibTrans1D1" presStyleIdx="5" presStyleCnt="8"/>
      <dgm:spPr/>
    </dgm:pt>
    <dgm:pt modelId="{0B39175C-B402-4909-89E3-D9DE55299A59}" type="pres">
      <dgm:prSet presAssocID="{507E2F72-0174-40B0-8B54-52BEB4C1F3BC}" presName="connectorText" presStyleLbl="sibTrans1D1" presStyleIdx="5" presStyleCnt="8"/>
      <dgm:spPr/>
    </dgm:pt>
    <dgm:pt modelId="{C2A9DCC7-2448-4B18-952E-9120B9C98073}" type="pres">
      <dgm:prSet presAssocID="{C6395FF2-0685-4F8C-A868-1D777F31C22F}" presName="node" presStyleLbl="node1" presStyleIdx="6" presStyleCnt="9">
        <dgm:presLayoutVars>
          <dgm:bulletEnabled val="1"/>
        </dgm:presLayoutVars>
      </dgm:prSet>
      <dgm:spPr/>
    </dgm:pt>
    <dgm:pt modelId="{B03E3BF5-BCCB-4DB9-89AE-64061F57E831}" type="pres">
      <dgm:prSet presAssocID="{66084A22-FF94-43F0-82DA-0EDC9E20FAE0}" presName="sibTrans" presStyleLbl="sibTrans1D1" presStyleIdx="6" presStyleCnt="8"/>
      <dgm:spPr/>
    </dgm:pt>
    <dgm:pt modelId="{1CAB71CD-7861-4BF6-A06C-C1898B0C043D}" type="pres">
      <dgm:prSet presAssocID="{66084A22-FF94-43F0-82DA-0EDC9E20FAE0}" presName="connectorText" presStyleLbl="sibTrans1D1" presStyleIdx="6" presStyleCnt="8"/>
      <dgm:spPr/>
    </dgm:pt>
    <dgm:pt modelId="{20B583C9-0692-4A55-AF3E-99213DB9100A}" type="pres">
      <dgm:prSet presAssocID="{B7491FE1-2107-4221-A5E2-367D924819F5}" presName="node" presStyleLbl="node1" presStyleIdx="7" presStyleCnt="9">
        <dgm:presLayoutVars>
          <dgm:bulletEnabled val="1"/>
        </dgm:presLayoutVars>
      </dgm:prSet>
      <dgm:spPr/>
    </dgm:pt>
    <dgm:pt modelId="{76666FE8-D0BE-470B-8BC5-D2026F28F478}" type="pres">
      <dgm:prSet presAssocID="{EB7CA623-3385-4BA4-91D8-31D58D762ABC}" presName="sibTrans" presStyleLbl="sibTrans1D1" presStyleIdx="7" presStyleCnt="8"/>
      <dgm:spPr/>
    </dgm:pt>
    <dgm:pt modelId="{4AA8A799-1A64-46B6-9D59-CBBAC37C37B2}" type="pres">
      <dgm:prSet presAssocID="{EB7CA623-3385-4BA4-91D8-31D58D762ABC}" presName="connectorText" presStyleLbl="sibTrans1D1" presStyleIdx="7" presStyleCnt="8"/>
      <dgm:spPr/>
    </dgm:pt>
    <dgm:pt modelId="{6E171E29-6042-4B67-9128-CFF4BA46E917}" type="pres">
      <dgm:prSet presAssocID="{F2ABB624-7C64-457D-A6AE-8FE3A593B5F5}" presName="node" presStyleLbl="node1" presStyleIdx="8" presStyleCnt="9">
        <dgm:presLayoutVars>
          <dgm:bulletEnabled val="1"/>
        </dgm:presLayoutVars>
      </dgm:prSet>
      <dgm:spPr/>
    </dgm:pt>
  </dgm:ptLst>
  <dgm:cxnLst>
    <dgm:cxn modelId="{D321880B-5819-4F41-B6D4-3F67A3624B27}" type="presOf" srcId="{7E88A1A0-6DEB-49A0-957C-78D012BF023E}" destId="{EB4A06CB-3795-4854-959F-060D441055D6}" srcOrd="0" destOrd="0" presId="urn:microsoft.com/office/officeart/2016/7/layout/RepeatingBendingProcessNew"/>
    <dgm:cxn modelId="{4C6DC711-8631-4772-BC44-BD422EB76157}" type="presOf" srcId="{EB7CA623-3385-4BA4-91D8-31D58D762ABC}" destId="{4AA8A799-1A64-46B6-9D59-CBBAC37C37B2}" srcOrd="1" destOrd="0" presId="urn:microsoft.com/office/officeart/2016/7/layout/RepeatingBendingProcessNew"/>
    <dgm:cxn modelId="{0ABB891D-1779-48E7-A0DD-D3B46EAD93AA}" type="presOf" srcId="{C6395FF2-0685-4F8C-A868-1D777F31C22F}" destId="{C2A9DCC7-2448-4B18-952E-9120B9C98073}" srcOrd="0" destOrd="0" presId="urn:microsoft.com/office/officeart/2016/7/layout/RepeatingBendingProcessNew"/>
    <dgm:cxn modelId="{4431EF20-57DE-49BC-9535-BB9112796049}" srcId="{ACE7B034-C66C-4BF3-9B9C-6EE89D8E360C}" destId="{40680C33-1F8B-4F5F-B9F7-5BF044B93AFB}" srcOrd="4" destOrd="0" parTransId="{A007DF6D-3CC7-4D39-8797-9D9A366E5BCD}" sibTransId="{96E0D5A0-1A0C-4B40-8A97-FE4723D2BA85}"/>
    <dgm:cxn modelId="{F5C2B62D-BE81-4FEE-B56D-C7431472BE6D}" type="presOf" srcId="{ACE7B034-C66C-4BF3-9B9C-6EE89D8E360C}" destId="{92F61CFB-545E-4894-8E5E-F8E18F7A2665}" srcOrd="0" destOrd="0" presId="urn:microsoft.com/office/officeart/2016/7/layout/RepeatingBendingProcessNew"/>
    <dgm:cxn modelId="{F21DB231-AA15-4AF7-95B5-F90011A75176}" type="presOf" srcId="{40680C33-1F8B-4F5F-B9F7-5BF044B93AFB}" destId="{F58EEC9C-98D4-4957-A089-84A2E1955F51}" srcOrd="0" destOrd="0" presId="urn:microsoft.com/office/officeart/2016/7/layout/RepeatingBendingProcessNew"/>
    <dgm:cxn modelId="{E29D8238-EC69-4ADA-A5D9-B29CEA0A9190}" type="presOf" srcId="{5C8D460C-2E15-4E5F-8143-DC09F743A843}" destId="{2ECE01D6-7385-4EF8-9BB0-CD68343D0518}" srcOrd="0" destOrd="0" presId="urn:microsoft.com/office/officeart/2016/7/layout/RepeatingBendingProcessNew"/>
    <dgm:cxn modelId="{DA738D3F-6FE3-4C7A-88AE-BA82E655EF25}" type="presOf" srcId="{8CB2A961-A613-4A9B-9262-399E9D97651C}" destId="{37741DD2-77ED-4881-A909-6438D6EE0BEF}" srcOrd="0" destOrd="0" presId="urn:microsoft.com/office/officeart/2016/7/layout/RepeatingBendingProcessNew"/>
    <dgm:cxn modelId="{0CB93E40-45CF-4C2A-8CBA-AF0D1EB14D23}" type="presOf" srcId="{B7491FE1-2107-4221-A5E2-367D924819F5}" destId="{20B583C9-0692-4A55-AF3E-99213DB9100A}" srcOrd="0" destOrd="0" presId="urn:microsoft.com/office/officeart/2016/7/layout/RepeatingBendingProcessNew"/>
    <dgm:cxn modelId="{70F89E44-9084-4739-BB86-845A6F9EE1AE}" type="presOf" srcId="{EB7CA623-3385-4BA4-91D8-31D58D762ABC}" destId="{76666FE8-D0BE-470B-8BC5-D2026F28F478}" srcOrd="0" destOrd="0" presId="urn:microsoft.com/office/officeart/2016/7/layout/RepeatingBendingProcessNew"/>
    <dgm:cxn modelId="{F5CE586A-3600-4FA1-A5B7-8CAE2E43CA3A}" type="presOf" srcId="{507E2F72-0174-40B0-8B54-52BEB4C1F3BC}" destId="{0B39175C-B402-4909-89E3-D9DE55299A59}" srcOrd="1" destOrd="0" presId="urn:microsoft.com/office/officeart/2016/7/layout/RepeatingBendingProcessNew"/>
    <dgm:cxn modelId="{B559184D-FC86-4687-A514-8112D3A595E7}" srcId="{ACE7B034-C66C-4BF3-9B9C-6EE89D8E360C}" destId="{04A8038F-52FE-4E63-BC7C-3C77C1FF3BA6}" srcOrd="1" destOrd="0" parTransId="{2D29354D-9DF2-42B5-8C68-927A79C1B603}" sibTransId="{D287AB8A-6AE0-40D6-A66F-3306D2E14430}"/>
    <dgm:cxn modelId="{BCD0656E-2DCA-47F9-8958-919BA96819D7}" type="presOf" srcId="{187637BB-379D-4685-B841-7C739D18E414}" destId="{E363E6E6-03AF-4EBE-9439-A17FE6EA5AE6}" srcOrd="0" destOrd="0" presId="urn:microsoft.com/office/officeart/2016/7/layout/RepeatingBendingProcessNew"/>
    <dgm:cxn modelId="{42B7E66F-37CE-4760-98FF-54AB43D655AF}" srcId="{ACE7B034-C66C-4BF3-9B9C-6EE89D8E360C}" destId="{8CB2A961-A613-4A9B-9262-399E9D97651C}" srcOrd="5" destOrd="0" parTransId="{ACE1A758-4A20-40F8-A4FC-7A93EA88FB6F}" sibTransId="{507E2F72-0174-40B0-8B54-52BEB4C1F3BC}"/>
    <dgm:cxn modelId="{013DD852-3577-4AAE-8931-341C171C1BE6}" srcId="{ACE7B034-C66C-4BF3-9B9C-6EE89D8E360C}" destId="{1AAFBF69-29EE-499D-BFC1-484DBC69285C}" srcOrd="0" destOrd="0" parTransId="{F0A2A004-3864-432A-9CA1-EE35F2A3B1CC}" sibTransId="{6D485451-49BB-4DA2-B2AA-8A81CDC943DB}"/>
    <dgm:cxn modelId="{0ECE6458-6B16-4361-B524-98C9AA01B221}" srcId="{ACE7B034-C66C-4BF3-9B9C-6EE89D8E360C}" destId="{F2ABB624-7C64-457D-A6AE-8FE3A593B5F5}" srcOrd="8" destOrd="0" parTransId="{A00E862C-71A0-4EEB-9EB2-BFC357A148EE}" sibTransId="{8312E47E-CB6F-4A07-94BF-D33CC12A4824}"/>
    <dgm:cxn modelId="{80CFC658-9FA7-47DA-BE92-223CF6611CD2}" type="presOf" srcId="{F2ABB624-7C64-457D-A6AE-8FE3A593B5F5}" destId="{6E171E29-6042-4B67-9128-CFF4BA46E917}" srcOrd="0" destOrd="0" presId="urn:microsoft.com/office/officeart/2016/7/layout/RepeatingBendingProcessNew"/>
    <dgm:cxn modelId="{1AA04280-2AA5-4A47-86BF-95DA9D5026A2}" type="presOf" srcId="{66084A22-FF94-43F0-82DA-0EDC9E20FAE0}" destId="{1CAB71CD-7861-4BF6-A06C-C1898B0C043D}" srcOrd="1" destOrd="0" presId="urn:microsoft.com/office/officeart/2016/7/layout/RepeatingBendingProcessNew"/>
    <dgm:cxn modelId="{1A433A81-1536-4EAC-AB69-8E9ADEA6D462}" type="presOf" srcId="{96E0D5A0-1A0C-4B40-8A97-FE4723D2BA85}" destId="{B3E980FC-235F-47C0-A6E3-CE7A76EC756E}" srcOrd="1" destOrd="0" presId="urn:microsoft.com/office/officeart/2016/7/layout/RepeatingBendingProcessNew"/>
    <dgm:cxn modelId="{C601D382-EAF6-4326-B92A-3AAFD98DB6E6}" srcId="{ACE7B034-C66C-4BF3-9B9C-6EE89D8E360C}" destId="{C6395FF2-0685-4F8C-A868-1D777F31C22F}" srcOrd="6" destOrd="0" parTransId="{869A0676-5E62-4B13-86C1-C18721C77B1A}" sibTransId="{66084A22-FF94-43F0-82DA-0EDC9E20FAE0}"/>
    <dgm:cxn modelId="{6DE5908D-A850-4C57-9F15-929528EF3DA4}" type="presOf" srcId="{1AAFBF69-29EE-499D-BFC1-484DBC69285C}" destId="{E5C4EC96-B8BA-4435-9ECA-F6C2FB2DC099}" srcOrd="0" destOrd="0" presId="urn:microsoft.com/office/officeart/2016/7/layout/RepeatingBendingProcessNew"/>
    <dgm:cxn modelId="{6C7D838F-C15E-4F79-A29C-650BD0874BEE}" type="presOf" srcId="{507E2F72-0174-40B0-8B54-52BEB4C1F3BC}" destId="{B90A6AF9-EBD9-40E6-AA5C-6B624A62AAFE}" srcOrd="0" destOrd="0" presId="urn:microsoft.com/office/officeart/2016/7/layout/RepeatingBendingProcessNew"/>
    <dgm:cxn modelId="{A5D6E69C-3AF6-43CA-A7D0-EF0E5D23DC6A}" type="presOf" srcId="{6D485451-49BB-4DA2-B2AA-8A81CDC943DB}" destId="{B518DB0B-F2DB-4336-85AB-8B7A093A20BD}" srcOrd="1" destOrd="0" presId="urn:microsoft.com/office/officeart/2016/7/layout/RepeatingBendingProcessNew"/>
    <dgm:cxn modelId="{9B22DF9D-FCF5-4EF0-AE27-052DFE3E3CBF}" type="presOf" srcId="{66084A22-FF94-43F0-82DA-0EDC9E20FAE0}" destId="{B03E3BF5-BCCB-4DB9-89AE-64061F57E831}" srcOrd="0" destOrd="0" presId="urn:microsoft.com/office/officeart/2016/7/layout/RepeatingBendingProcessNew"/>
    <dgm:cxn modelId="{3323CCA1-43C2-4830-9B66-4F121C354C37}" type="presOf" srcId="{7E88A1A0-6DEB-49A0-957C-78D012BF023E}" destId="{823D593C-E999-489D-9A4D-47AAF49A8331}" srcOrd="1" destOrd="0" presId="urn:microsoft.com/office/officeart/2016/7/layout/RepeatingBendingProcessNew"/>
    <dgm:cxn modelId="{A87E51AA-54CF-4D37-9D8E-31E3C4121CA0}" type="presOf" srcId="{6D485451-49BB-4DA2-B2AA-8A81CDC943DB}" destId="{DFEC24F7-5DD9-4F5A-9DD5-3360B2BB1F66}" srcOrd="0" destOrd="0" presId="urn:microsoft.com/office/officeart/2016/7/layout/RepeatingBendingProcessNew"/>
    <dgm:cxn modelId="{5E5657BB-BA93-4BA5-95C3-2DD90186CC96}" srcId="{ACE7B034-C66C-4BF3-9B9C-6EE89D8E360C}" destId="{B7491FE1-2107-4221-A5E2-367D924819F5}" srcOrd="7" destOrd="0" parTransId="{BEA610A8-4AFF-4A93-AFF6-F87C16628583}" sibTransId="{EB7CA623-3385-4BA4-91D8-31D58D762ABC}"/>
    <dgm:cxn modelId="{67A5C4BF-E5F8-40EE-BDC6-920658FDC1FE}" type="presOf" srcId="{96E0D5A0-1A0C-4B40-8A97-FE4723D2BA85}" destId="{AAF351FD-73A1-424D-A59C-653622F4A229}" srcOrd="0" destOrd="0" presId="urn:microsoft.com/office/officeart/2016/7/layout/RepeatingBendingProcessNew"/>
    <dgm:cxn modelId="{17D7B3C1-B5D2-4651-A3DC-659147C39B1F}" srcId="{ACE7B034-C66C-4BF3-9B9C-6EE89D8E360C}" destId="{CAA5BE40-79A4-48A3-8797-C6645970EE84}" srcOrd="2" destOrd="0" parTransId="{D048639B-F1D2-4A24-B5F6-145F1709C1E4}" sibTransId="{5C8D460C-2E15-4E5F-8143-DC09F743A843}"/>
    <dgm:cxn modelId="{6EA0B7C9-94F5-44EF-9BF4-006A423B076D}" type="presOf" srcId="{CAA5BE40-79A4-48A3-8797-C6645970EE84}" destId="{DD13CC72-2076-4EF8-8F7B-D608AE974B1E}" srcOrd="0" destOrd="0" presId="urn:microsoft.com/office/officeart/2016/7/layout/RepeatingBendingProcessNew"/>
    <dgm:cxn modelId="{F23A75D2-E64D-482E-ACB8-3DBA70396502}" type="presOf" srcId="{5C8D460C-2E15-4E5F-8143-DC09F743A843}" destId="{800D5760-912D-47B3-9AD8-7A6864C43EE7}" srcOrd="1" destOrd="0" presId="urn:microsoft.com/office/officeart/2016/7/layout/RepeatingBendingProcessNew"/>
    <dgm:cxn modelId="{B8D57DD9-3ECF-4BEB-87C1-8E0E29438A28}" srcId="{ACE7B034-C66C-4BF3-9B9C-6EE89D8E360C}" destId="{187637BB-379D-4685-B841-7C739D18E414}" srcOrd="3" destOrd="0" parTransId="{B8890A00-8ECA-45B3-AC5B-80340A1F8B6F}" sibTransId="{7E88A1A0-6DEB-49A0-957C-78D012BF023E}"/>
    <dgm:cxn modelId="{A96A84DD-09C8-49EA-8E2B-EF03E7194BA2}" type="presOf" srcId="{D287AB8A-6AE0-40D6-A66F-3306D2E14430}" destId="{BD3454B7-ED8B-41B0-BBBE-8C1498824237}" srcOrd="0" destOrd="0" presId="urn:microsoft.com/office/officeart/2016/7/layout/RepeatingBendingProcessNew"/>
    <dgm:cxn modelId="{DE8C73EF-2307-4C17-8B08-76B752EFD605}" type="presOf" srcId="{D287AB8A-6AE0-40D6-A66F-3306D2E14430}" destId="{8884DAEA-2C32-4CE0-8AE8-78BB21043475}" srcOrd="1" destOrd="0" presId="urn:microsoft.com/office/officeart/2016/7/layout/RepeatingBendingProcessNew"/>
    <dgm:cxn modelId="{8F156BF9-BDBB-459E-94C9-F467A9AF555E}" type="presOf" srcId="{04A8038F-52FE-4E63-BC7C-3C77C1FF3BA6}" destId="{DC85D3CE-9C64-42CD-A5AD-CA9C4E394F62}" srcOrd="0" destOrd="0" presId="urn:microsoft.com/office/officeart/2016/7/layout/RepeatingBendingProcessNew"/>
    <dgm:cxn modelId="{FF29D572-3E1E-47DE-A601-7C17E45072A3}" type="presParOf" srcId="{92F61CFB-545E-4894-8E5E-F8E18F7A2665}" destId="{E5C4EC96-B8BA-4435-9ECA-F6C2FB2DC099}" srcOrd="0" destOrd="0" presId="urn:microsoft.com/office/officeart/2016/7/layout/RepeatingBendingProcessNew"/>
    <dgm:cxn modelId="{B750CDA6-02C1-46BA-8630-111A8003A0C7}" type="presParOf" srcId="{92F61CFB-545E-4894-8E5E-F8E18F7A2665}" destId="{DFEC24F7-5DD9-4F5A-9DD5-3360B2BB1F66}" srcOrd="1" destOrd="0" presId="urn:microsoft.com/office/officeart/2016/7/layout/RepeatingBendingProcessNew"/>
    <dgm:cxn modelId="{C7EFB75D-0CE5-4D52-9C03-4DF6B90AAAB6}" type="presParOf" srcId="{DFEC24F7-5DD9-4F5A-9DD5-3360B2BB1F66}" destId="{B518DB0B-F2DB-4336-85AB-8B7A093A20BD}" srcOrd="0" destOrd="0" presId="urn:microsoft.com/office/officeart/2016/7/layout/RepeatingBendingProcessNew"/>
    <dgm:cxn modelId="{93C9E921-FA16-4395-9015-D3AB4C2B6C1E}" type="presParOf" srcId="{92F61CFB-545E-4894-8E5E-F8E18F7A2665}" destId="{DC85D3CE-9C64-42CD-A5AD-CA9C4E394F62}" srcOrd="2" destOrd="0" presId="urn:microsoft.com/office/officeart/2016/7/layout/RepeatingBendingProcessNew"/>
    <dgm:cxn modelId="{A503F5D4-6717-4245-8FC4-34B25B45128D}" type="presParOf" srcId="{92F61CFB-545E-4894-8E5E-F8E18F7A2665}" destId="{BD3454B7-ED8B-41B0-BBBE-8C1498824237}" srcOrd="3" destOrd="0" presId="urn:microsoft.com/office/officeart/2016/7/layout/RepeatingBendingProcessNew"/>
    <dgm:cxn modelId="{B29794B5-EA27-4DFE-BA0C-2AC7D147F44B}" type="presParOf" srcId="{BD3454B7-ED8B-41B0-BBBE-8C1498824237}" destId="{8884DAEA-2C32-4CE0-8AE8-78BB21043475}" srcOrd="0" destOrd="0" presId="urn:microsoft.com/office/officeart/2016/7/layout/RepeatingBendingProcessNew"/>
    <dgm:cxn modelId="{379D0E26-880E-4B09-955B-A325EF8D06DE}" type="presParOf" srcId="{92F61CFB-545E-4894-8E5E-F8E18F7A2665}" destId="{DD13CC72-2076-4EF8-8F7B-D608AE974B1E}" srcOrd="4" destOrd="0" presId="urn:microsoft.com/office/officeart/2016/7/layout/RepeatingBendingProcessNew"/>
    <dgm:cxn modelId="{9051FF24-BD95-484C-9DA4-EBE898C3C075}" type="presParOf" srcId="{92F61CFB-545E-4894-8E5E-F8E18F7A2665}" destId="{2ECE01D6-7385-4EF8-9BB0-CD68343D0518}" srcOrd="5" destOrd="0" presId="urn:microsoft.com/office/officeart/2016/7/layout/RepeatingBendingProcessNew"/>
    <dgm:cxn modelId="{61F37151-EA64-4A1F-BD9F-8D3692F5B9CB}" type="presParOf" srcId="{2ECE01D6-7385-4EF8-9BB0-CD68343D0518}" destId="{800D5760-912D-47B3-9AD8-7A6864C43EE7}" srcOrd="0" destOrd="0" presId="urn:microsoft.com/office/officeart/2016/7/layout/RepeatingBendingProcessNew"/>
    <dgm:cxn modelId="{D53B4848-112D-4FDD-9CDC-07CF62618956}" type="presParOf" srcId="{92F61CFB-545E-4894-8E5E-F8E18F7A2665}" destId="{E363E6E6-03AF-4EBE-9439-A17FE6EA5AE6}" srcOrd="6" destOrd="0" presId="urn:microsoft.com/office/officeart/2016/7/layout/RepeatingBendingProcessNew"/>
    <dgm:cxn modelId="{BA79BD1F-CD7F-4097-B29B-D0CE6DC219C9}" type="presParOf" srcId="{92F61CFB-545E-4894-8E5E-F8E18F7A2665}" destId="{EB4A06CB-3795-4854-959F-060D441055D6}" srcOrd="7" destOrd="0" presId="urn:microsoft.com/office/officeart/2016/7/layout/RepeatingBendingProcessNew"/>
    <dgm:cxn modelId="{C795C4DD-9BA5-41A5-8150-682E0E071665}" type="presParOf" srcId="{EB4A06CB-3795-4854-959F-060D441055D6}" destId="{823D593C-E999-489D-9A4D-47AAF49A8331}" srcOrd="0" destOrd="0" presId="urn:microsoft.com/office/officeart/2016/7/layout/RepeatingBendingProcessNew"/>
    <dgm:cxn modelId="{9F0D2896-CBBA-4A3B-A8A9-7A0A382571B2}" type="presParOf" srcId="{92F61CFB-545E-4894-8E5E-F8E18F7A2665}" destId="{F58EEC9C-98D4-4957-A089-84A2E1955F51}" srcOrd="8" destOrd="0" presId="urn:microsoft.com/office/officeart/2016/7/layout/RepeatingBendingProcessNew"/>
    <dgm:cxn modelId="{B340C5B9-B669-45FD-850B-1005129AF1D6}" type="presParOf" srcId="{92F61CFB-545E-4894-8E5E-F8E18F7A2665}" destId="{AAF351FD-73A1-424D-A59C-653622F4A229}" srcOrd="9" destOrd="0" presId="urn:microsoft.com/office/officeart/2016/7/layout/RepeatingBendingProcessNew"/>
    <dgm:cxn modelId="{04EEE815-DEBF-4EAA-9204-8F09C2833BBC}" type="presParOf" srcId="{AAF351FD-73A1-424D-A59C-653622F4A229}" destId="{B3E980FC-235F-47C0-A6E3-CE7A76EC756E}" srcOrd="0" destOrd="0" presId="urn:microsoft.com/office/officeart/2016/7/layout/RepeatingBendingProcessNew"/>
    <dgm:cxn modelId="{4735AED7-7731-4E70-9A52-9AA94697C425}" type="presParOf" srcId="{92F61CFB-545E-4894-8E5E-F8E18F7A2665}" destId="{37741DD2-77ED-4881-A909-6438D6EE0BEF}" srcOrd="10" destOrd="0" presId="urn:microsoft.com/office/officeart/2016/7/layout/RepeatingBendingProcessNew"/>
    <dgm:cxn modelId="{04BC1D64-6121-4ED7-822D-81573008342D}" type="presParOf" srcId="{92F61CFB-545E-4894-8E5E-F8E18F7A2665}" destId="{B90A6AF9-EBD9-40E6-AA5C-6B624A62AAFE}" srcOrd="11" destOrd="0" presId="urn:microsoft.com/office/officeart/2016/7/layout/RepeatingBendingProcessNew"/>
    <dgm:cxn modelId="{626BAEC4-D506-4C79-A734-A3BEE8CE848E}" type="presParOf" srcId="{B90A6AF9-EBD9-40E6-AA5C-6B624A62AAFE}" destId="{0B39175C-B402-4909-89E3-D9DE55299A59}" srcOrd="0" destOrd="0" presId="urn:microsoft.com/office/officeart/2016/7/layout/RepeatingBendingProcessNew"/>
    <dgm:cxn modelId="{CEF24F93-8976-4A26-86F5-AC221EB56686}" type="presParOf" srcId="{92F61CFB-545E-4894-8E5E-F8E18F7A2665}" destId="{C2A9DCC7-2448-4B18-952E-9120B9C98073}" srcOrd="12" destOrd="0" presId="urn:microsoft.com/office/officeart/2016/7/layout/RepeatingBendingProcessNew"/>
    <dgm:cxn modelId="{74F24795-1B9B-464B-AF59-0BEA0EFB1ACD}" type="presParOf" srcId="{92F61CFB-545E-4894-8E5E-F8E18F7A2665}" destId="{B03E3BF5-BCCB-4DB9-89AE-64061F57E831}" srcOrd="13" destOrd="0" presId="urn:microsoft.com/office/officeart/2016/7/layout/RepeatingBendingProcessNew"/>
    <dgm:cxn modelId="{A8DA337B-978D-4551-9E9C-03255DF4F226}" type="presParOf" srcId="{B03E3BF5-BCCB-4DB9-89AE-64061F57E831}" destId="{1CAB71CD-7861-4BF6-A06C-C1898B0C043D}" srcOrd="0" destOrd="0" presId="urn:microsoft.com/office/officeart/2016/7/layout/RepeatingBendingProcessNew"/>
    <dgm:cxn modelId="{5BD43684-A3FC-4565-9732-96298EA98A11}" type="presParOf" srcId="{92F61CFB-545E-4894-8E5E-F8E18F7A2665}" destId="{20B583C9-0692-4A55-AF3E-99213DB9100A}" srcOrd="14" destOrd="0" presId="urn:microsoft.com/office/officeart/2016/7/layout/RepeatingBendingProcessNew"/>
    <dgm:cxn modelId="{14504E21-F074-4FA0-AB54-76688F8F1204}" type="presParOf" srcId="{92F61CFB-545E-4894-8E5E-F8E18F7A2665}" destId="{76666FE8-D0BE-470B-8BC5-D2026F28F478}" srcOrd="15" destOrd="0" presId="urn:microsoft.com/office/officeart/2016/7/layout/RepeatingBendingProcessNew"/>
    <dgm:cxn modelId="{953BEB72-2171-4566-84CD-C19125416760}" type="presParOf" srcId="{76666FE8-D0BE-470B-8BC5-D2026F28F478}" destId="{4AA8A799-1A64-46B6-9D59-CBBAC37C37B2}" srcOrd="0" destOrd="0" presId="urn:microsoft.com/office/officeart/2016/7/layout/RepeatingBendingProcessNew"/>
    <dgm:cxn modelId="{E493FE2C-1369-4121-9FB9-7598F7862999}" type="presParOf" srcId="{92F61CFB-545E-4894-8E5E-F8E18F7A2665}" destId="{6E171E29-6042-4B67-9128-CFF4BA46E917}" srcOrd="16"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CAE3A3-B108-4A0B-A4C6-7E3D3586162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73AA77BE-CA11-4B14-BE3D-58C6575CEBB9}">
      <dgm:prSet/>
      <dgm:spPr/>
      <dgm:t>
        <a:bodyPr/>
        <a:lstStyle/>
        <a:p>
          <a:r>
            <a:rPr lang="en-US" b="0" i="0"/>
            <a:t>Existing Data was transferred to SSMS.</a:t>
          </a:r>
          <a:endParaRPr lang="en-US"/>
        </a:p>
      </dgm:t>
    </dgm:pt>
    <dgm:pt modelId="{9D964566-6DA8-4BD6-91E2-7E9B13791225}" type="parTrans" cxnId="{15840AD7-00EA-4AA1-ABF9-5B9835B5AEE5}">
      <dgm:prSet/>
      <dgm:spPr/>
      <dgm:t>
        <a:bodyPr/>
        <a:lstStyle/>
        <a:p>
          <a:endParaRPr lang="en-US"/>
        </a:p>
      </dgm:t>
    </dgm:pt>
    <dgm:pt modelId="{E770F398-4EB7-4446-AE01-837C835BE5CD}" type="sibTrans" cxnId="{15840AD7-00EA-4AA1-ABF9-5B9835B5AEE5}">
      <dgm:prSet/>
      <dgm:spPr/>
      <dgm:t>
        <a:bodyPr/>
        <a:lstStyle/>
        <a:p>
          <a:endParaRPr lang="en-US"/>
        </a:p>
      </dgm:t>
    </dgm:pt>
    <dgm:pt modelId="{8022BAC0-4084-4390-8B63-85A8E56C5F24}">
      <dgm:prSet/>
      <dgm:spPr/>
      <dgm:t>
        <a:bodyPr/>
        <a:lstStyle/>
        <a:p>
          <a:r>
            <a:rPr lang="en-US" b="0" i="0"/>
            <a:t>Costs column was fixed to allow for accurate accounting.</a:t>
          </a:r>
          <a:endParaRPr lang="en-US"/>
        </a:p>
      </dgm:t>
    </dgm:pt>
    <dgm:pt modelId="{D95CC82E-2315-4399-8D3E-5B88D9CD344B}" type="parTrans" cxnId="{F8197247-82CE-4234-B351-D28273972E09}">
      <dgm:prSet/>
      <dgm:spPr/>
      <dgm:t>
        <a:bodyPr/>
        <a:lstStyle/>
        <a:p>
          <a:endParaRPr lang="en-US"/>
        </a:p>
      </dgm:t>
    </dgm:pt>
    <dgm:pt modelId="{E345218F-7B89-496B-9E46-B263E234AE5D}" type="sibTrans" cxnId="{F8197247-82CE-4234-B351-D28273972E09}">
      <dgm:prSet/>
      <dgm:spPr/>
      <dgm:t>
        <a:bodyPr/>
        <a:lstStyle/>
        <a:p>
          <a:endParaRPr lang="en-US"/>
        </a:p>
      </dgm:t>
    </dgm:pt>
    <dgm:pt modelId="{B288B349-E4A3-4252-9EE2-0316EFE0ED97}">
      <dgm:prSet/>
      <dgm:spPr/>
      <dgm:t>
        <a:bodyPr/>
        <a:lstStyle/>
        <a:p>
          <a:r>
            <a:rPr lang="en-US" b="0" i="0"/>
            <a:t>New Stored Procedure were created to facilitate future data entry.</a:t>
          </a:r>
          <a:endParaRPr lang="en-US"/>
        </a:p>
      </dgm:t>
    </dgm:pt>
    <dgm:pt modelId="{4048A509-B5AD-4D6E-A93B-622312C4CA40}" type="parTrans" cxnId="{C904801A-B620-405F-87E5-98AAA6859CD6}">
      <dgm:prSet/>
      <dgm:spPr/>
      <dgm:t>
        <a:bodyPr/>
        <a:lstStyle/>
        <a:p>
          <a:endParaRPr lang="en-US"/>
        </a:p>
      </dgm:t>
    </dgm:pt>
    <dgm:pt modelId="{E2EDB126-7490-4339-BB07-B64F59273218}" type="sibTrans" cxnId="{C904801A-B620-405F-87E5-98AAA6859CD6}">
      <dgm:prSet/>
      <dgm:spPr/>
      <dgm:t>
        <a:bodyPr/>
        <a:lstStyle/>
        <a:p>
          <a:endParaRPr lang="en-US"/>
        </a:p>
      </dgm:t>
    </dgm:pt>
    <dgm:pt modelId="{9AC5A340-3921-430C-980C-F25D7C57FB2A}">
      <dgm:prSet/>
      <dgm:spPr/>
      <dgm:t>
        <a:bodyPr/>
        <a:lstStyle/>
        <a:p>
          <a:r>
            <a:rPr lang="en-US" b="0" i="0"/>
            <a:t>A Summary Running Summary View was created for up to date totals.</a:t>
          </a:r>
          <a:endParaRPr lang="en-US"/>
        </a:p>
      </dgm:t>
    </dgm:pt>
    <dgm:pt modelId="{74F8AA2B-9AB5-4218-B27F-2779050417A6}" type="parTrans" cxnId="{274AFFCA-FFD1-48BB-AFE4-E1ED95FE3BCF}">
      <dgm:prSet/>
      <dgm:spPr/>
      <dgm:t>
        <a:bodyPr/>
        <a:lstStyle/>
        <a:p>
          <a:endParaRPr lang="en-US"/>
        </a:p>
      </dgm:t>
    </dgm:pt>
    <dgm:pt modelId="{66090B63-5E44-4D9D-9D48-9A74421334EB}" type="sibTrans" cxnId="{274AFFCA-FFD1-48BB-AFE4-E1ED95FE3BCF}">
      <dgm:prSet/>
      <dgm:spPr/>
      <dgm:t>
        <a:bodyPr/>
        <a:lstStyle/>
        <a:p>
          <a:endParaRPr lang="en-US"/>
        </a:p>
      </dgm:t>
    </dgm:pt>
    <dgm:pt modelId="{90275BD3-D192-415A-8829-78A7558D60C9}" type="pres">
      <dgm:prSet presAssocID="{90CAE3A3-B108-4A0B-A4C6-7E3D3586162D}" presName="linear" presStyleCnt="0">
        <dgm:presLayoutVars>
          <dgm:animLvl val="lvl"/>
          <dgm:resizeHandles val="exact"/>
        </dgm:presLayoutVars>
      </dgm:prSet>
      <dgm:spPr/>
    </dgm:pt>
    <dgm:pt modelId="{5436A550-C461-41A5-829B-51AFC991ECEB}" type="pres">
      <dgm:prSet presAssocID="{73AA77BE-CA11-4B14-BE3D-58C6575CEBB9}" presName="parentText" presStyleLbl="node1" presStyleIdx="0" presStyleCnt="4">
        <dgm:presLayoutVars>
          <dgm:chMax val="0"/>
          <dgm:bulletEnabled val="1"/>
        </dgm:presLayoutVars>
      </dgm:prSet>
      <dgm:spPr/>
    </dgm:pt>
    <dgm:pt modelId="{8ED13EDC-A2BC-437E-B522-8002E729ED71}" type="pres">
      <dgm:prSet presAssocID="{E770F398-4EB7-4446-AE01-837C835BE5CD}" presName="spacer" presStyleCnt="0"/>
      <dgm:spPr/>
    </dgm:pt>
    <dgm:pt modelId="{0976E4F9-068E-40A6-80D9-F885397D00A0}" type="pres">
      <dgm:prSet presAssocID="{8022BAC0-4084-4390-8B63-85A8E56C5F24}" presName="parentText" presStyleLbl="node1" presStyleIdx="1" presStyleCnt="4">
        <dgm:presLayoutVars>
          <dgm:chMax val="0"/>
          <dgm:bulletEnabled val="1"/>
        </dgm:presLayoutVars>
      </dgm:prSet>
      <dgm:spPr/>
    </dgm:pt>
    <dgm:pt modelId="{7B8BF936-1763-4D37-98D7-D230B1146669}" type="pres">
      <dgm:prSet presAssocID="{E345218F-7B89-496B-9E46-B263E234AE5D}" presName="spacer" presStyleCnt="0"/>
      <dgm:spPr/>
    </dgm:pt>
    <dgm:pt modelId="{4CCD308F-2DDF-4EFB-BEBE-D5484B68FC6D}" type="pres">
      <dgm:prSet presAssocID="{B288B349-E4A3-4252-9EE2-0316EFE0ED97}" presName="parentText" presStyleLbl="node1" presStyleIdx="2" presStyleCnt="4">
        <dgm:presLayoutVars>
          <dgm:chMax val="0"/>
          <dgm:bulletEnabled val="1"/>
        </dgm:presLayoutVars>
      </dgm:prSet>
      <dgm:spPr/>
    </dgm:pt>
    <dgm:pt modelId="{8A57DAB6-272A-48C4-8E1A-6479D82405A7}" type="pres">
      <dgm:prSet presAssocID="{E2EDB126-7490-4339-BB07-B64F59273218}" presName="spacer" presStyleCnt="0"/>
      <dgm:spPr/>
    </dgm:pt>
    <dgm:pt modelId="{98306F20-5F61-4521-9D1D-906D7D10BFDC}" type="pres">
      <dgm:prSet presAssocID="{9AC5A340-3921-430C-980C-F25D7C57FB2A}" presName="parentText" presStyleLbl="node1" presStyleIdx="3" presStyleCnt="4">
        <dgm:presLayoutVars>
          <dgm:chMax val="0"/>
          <dgm:bulletEnabled val="1"/>
        </dgm:presLayoutVars>
      </dgm:prSet>
      <dgm:spPr/>
    </dgm:pt>
  </dgm:ptLst>
  <dgm:cxnLst>
    <dgm:cxn modelId="{C904801A-B620-405F-87E5-98AAA6859CD6}" srcId="{90CAE3A3-B108-4A0B-A4C6-7E3D3586162D}" destId="{B288B349-E4A3-4252-9EE2-0316EFE0ED97}" srcOrd="2" destOrd="0" parTransId="{4048A509-B5AD-4D6E-A93B-622312C4CA40}" sibTransId="{E2EDB126-7490-4339-BB07-B64F59273218}"/>
    <dgm:cxn modelId="{05BED466-57BF-419C-8BA6-5721E9E656C7}" type="presOf" srcId="{B288B349-E4A3-4252-9EE2-0316EFE0ED97}" destId="{4CCD308F-2DDF-4EFB-BEBE-D5484B68FC6D}" srcOrd="0" destOrd="0" presId="urn:microsoft.com/office/officeart/2005/8/layout/vList2"/>
    <dgm:cxn modelId="{47176667-2D91-439E-BCAA-544BB58E6A38}" type="presOf" srcId="{8022BAC0-4084-4390-8B63-85A8E56C5F24}" destId="{0976E4F9-068E-40A6-80D9-F885397D00A0}" srcOrd="0" destOrd="0" presId="urn:microsoft.com/office/officeart/2005/8/layout/vList2"/>
    <dgm:cxn modelId="{F8197247-82CE-4234-B351-D28273972E09}" srcId="{90CAE3A3-B108-4A0B-A4C6-7E3D3586162D}" destId="{8022BAC0-4084-4390-8B63-85A8E56C5F24}" srcOrd="1" destOrd="0" parTransId="{D95CC82E-2315-4399-8D3E-5B88D9CD344B}" sibTransId="{E345218F-7B89-496B-9E46-B263E234AE5D}"/>
    <dgm:cxn modelId="{94DEF757-B235-4D41-A46E-91A0D53FCF48}" type="presOf" srcId="{90CAE3A3-B108-4A0B-A4C6-7E3D3586162D}" destId="{90275BD3-D192-415A-8829-78A7558D60C9}" srcOrd="0" destOrd="0" presId="urn:microsoft.com/office/officeart/2005/8/layout/vList2"/>
    <dgm:cxn modelId="{39E0AD84-D3D4-48B0-AA08-C8E9B38CB2DB}" type="presOf" srcId="{9AC5A340-3921-430C-980C-F25D7C57FB2A}" destId="{98306F20-5F61-4521-9D1D-906D7D10BFDC}" srcOrd="0" destOrd="0" presId="urn:microsoft.com/office/officeart/2005/8/layout/vList2"/>
    <dgm:cxn modelId="{9783DCBB-4BD1-4168-AF96-CE45EBFE44E6}" type="presOf" srcId="{73AA77BE-CA11-4B14-BE3D-58C6575CEBB9}" destId="{5436A550-C461-41A5-829B-51AFC991ECEB}" srcOrd="0" destOrd="0" presId="urn:microsoft.com/office/officeart/2005/8/layout/vList2"/>
    <dgm:cxn modelId="{274AFFCA-FFD1-48BB-AFE4-E1ED95FE3BCF}" srcId="{90CAE3A3-B108-4A0B-A4C6-7E3D3586162D}" destId="{9AC5A340-3921-430C-980C-F25D7C57FB2A}" srcOrd="3" destOrd="0" parTransId="{74F8AA2B-9AB5-4218-B27F-2779050417A6}" sibTransId="{66090B63-5E44-4D9D-9D48-9A74421334EB}"/>
    <dgm:cxn modelId="{15840AD7-00EA-4AA1-ABF9-5B9835B5AEE5}" srcId="{90CAE3A3-B108-4A0B-A4C6-7E3D3586162D}" destId="{73AA77BE-CA11-4B14-BE3D-58C6575CEBB9}" srcOrd="0" destOrd="0" parTransId="{9D964566-6DA8-4BD6-91E2-7E9B13791225}" sibTransId="{E770F398-4EB7-4446-AE01-837C835BE5CD}"/>
    <dgm:cxn modelId="{AC9F7C1E-BCD9-4E81-A1DD-F7D972E1D7A0}" type="presParOf" srcId="{90275BD3-D192-415A-8829-78A7558D60C9}" destId="{5436A550-C461-41A5-829B-51AFC991ECEB}" srcOrd="0" destOrd="0" presId="urn:microsoft.com/office/officeart/2005/8/layout/vList2"/>
    <dgm:cxn modelId="{99ED1D7A-A33E-4553-B21A-753F808F95BE}" type="presParOf" srcId="{90275BD3-D192-415A-8829-78A7558D60C9}" destId="{8ED13EDC-A2BC-437E-B522-8002E729ED71}" srcOrd="1" destOrd="0" presId="urn:microsoft.com/office/officeart/2005/8/layout/vList2"/>
    <dgm:cxn modelId="{CCD641D3-747C-45A7-BEDB-603DF7BB21CC}" type="presParOf" srcId="{90275BD3-D192-415A-8829-78A7558D60C9}" destId="{0976E4F9-068E-40A6-80D9-F885397D00A0}" srcOrd="2" destOrd="0" presId="urn:microsoft.com/office/officeart/2005/8/layout/vList2"/>
    <dgm:cxn modelId="{9F63A840-B17C-4616-8AAA-9C45E73E8D26}" type="presParOf" srcId="{90275BD3-D192-415A-8829-78A7558D60C9}" destId="{7B8BF936-1763-4D37-98D7-D230B1146669}" srcOrd="3" destOrd="0" presId="urn:microsoft.com/office/officeart/2005/8/layout/vList2"/>
    <dgm:cxn modelId="{52DA4E58-5B63-4BBE-BF8A-40CB1A5C9007}" type="presParOf" srcId="{90275BD3-D192-415A-8829-78A7558D60C9}" destId="{4CCD308F-2DDF-4EFB-BEBE-D5484B68FC6D}" srcOrd="4" destOrd="0" presId="urn:microsoft.com/office/officeart/2005/8/layout/vList2"/>
    <dgm:cxn modelId="{C174F08F-0F5B-44AC-9303-47695614BB51}" type="presParOf" srcId="{90275BD3-D192-415A-8829-78A7558D60C9}" destId="{8A57DAB6-272A-48C4-8E1A-6479D82405A7}" srcOrd="5" destOrd="0" presId="urn:microsoft.com/office/officeart/2005/8/layout/vList2"/>
    <dgm:cxn modelId="{7DCF3C83-9943-44F4-A153-25B4BCA4854E}" type="presParOf" srcId="{90275BD3-D192-415A-8829-78A7558D60C9}" destId="{98306F20-5F61-4521-9D1D-906D7D10BFD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A406C1D-4EB3-4BB1-8AFC-D8B41143984E}"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77B2574D-C41B-4132-BF9C-8AE771EA71CA}">
      <dgm:prSet/>
      <dgm:spPr/>
      <dgm:t>
        <a:bodyPr/>
        <a:lstStyle/>
        <a:p>
          <a:pPr>
            <a:lnSpc>
              <a:spcPct val="100000"/>
            </a:lnSpc>
            <a:defRPr b="1"/>
          </a:pPr>
          <a:r>
            <a:rPr lang="en-US" b="1" i="0"/>
            <a:t>Blades</a:t>
          </a:r>
          <a:endParaRPr lang="en-US"/>
        </a:p>
      </dgm:t>
    </dgm:pt>
    <dgm:pt modelId="{9AE7908D-A7DF-46C5-813D-AD87FE9BAEDC}" type="parTrans" cxnId="{83797808-35D2-41B9-882D-F0535A0F0249}">
      <dgm:prSet/>
      <dgm:spPr/>
      <dgm:t>
        <a:bodyPr/>
        <a:lstStyle/>
        <a:p>
          <a:endParaRPr lang="en-US"/>
        </a:p>
      </dgm:t>
    </dgm:pt>
    <dgm:pt modelId="{648964D7-97E2-4ED4-B0FD-5CCB879B162C}" type="sibTrans" cxnId="{83797808-35D2-41B9-882D-F0535A0F0249}">
      <dgm:prSet/>
      <dgm:spPr/>
      <dgm:t>
        <a:bodyPr/>
        <a:lstStyle/>
        <a:p>
          <a:pPr>
            <a:lnSpc>
              <a:spcPct val="100000"/>
            </a:lnSpc>
            <a:defRPr b="1"/>
          </a:pPr>
          <a:endParaRPr lang="en-US"/>
        </a:p>
      </dgm:t>
    </dgm:pt>
    <dgm:pt modelId="{E2B91C1B-D1DD-4789-91BB-B1062A5CFFBD}">
      <dgm:prSet/>
      <dgm:spPr/>
      <dgm:t>
        <a:bodyPr/>
        <a:lstStyle/>
        <a:p>
          <a:pPr>
            <a:lnSpc>
              <a:spcPct val="100000"/>
            </a:lnSpc>
          </a:pPr>
          <a:r>
            <a:rPr lang="en-US" b="0" i="0"/>
            <a:t>Vancouver WA plant is the costliest, with an 11.27% Defect Rate, 49 returns, and $9800 worth of refunds.</a:t>
          </a:r>
          <a:endParaRPr lang="en-US"/>
        </a:p>
      </dgm:t>
    </dgm:pt>
    <dgm:pt modelId="{F59306DD-8925-43C0-A0E9-20B9B19556E3}" type="parTrans" cxnId="{E19FBBFC-FC67-4EE6-9E39-CCA6B325B082}">
      <dgm:prSet/>
      <dgm:spPr/>
      <dgm:t>
        <a:bodyPr/>
        <a:lstStyle/>
        <a:p>
          <a:endParaRPr lang="en-US"/>
        </a:p>
      </dgm:t>
    </dgm:pt>
    <dgm:pt modelId="{6C609D0F-2B94-43B7-B955-A76E15DEC0A2}" type="sibTrans" cxnId="{E19FBBFC-FC67-4EE6-9E39-CCA6B325B082}">
      <dgm:prSet/>
      <dgm:spPr/>
      <dgm:t>
        <a:bodyPr/>
        <a:lstStyle/>
        <a:p>
          <a:endParaRPr lang="en-US"/>
        </a:p>
      </dgm:t>
    </dgm:pt>
    <dgm:pt modelId="{CC1ABAE3-1DA8-48A7-AD8F-EDFAF75C581B}">
      <dgm:prSet/>
      <dgm:spPr/>
      <dgm:t>
        <a:bodyPr/>
        <a:lstStyle/>
        <a:p>
          <a:pPr>
            <a:lnSpc>
              <a:spcPct val="100000"/>
            </a:lnSpc>
            <a:defRPr b="1"/>
          </a:pPr>
          <a:r>
            <a:rPr lang="en-US" b="1" i="0"/>
            <a:t>Frame</a:t>
          </a:r>
          <a:endParaRPr lang="en-US"/>
        </a:p>
      </dgm:t>
    </dgm:pt>
    <dgm:pt modelId="{65C46B0F-696A-414F-8E54-53E7B6035C01}" type="parTrans" cxnId="{E123716A-34A9-4892-A864-1EDE3FE7021A}">
      <dgm:prSet/>
      <dgm:spPr/>
      <dgm:t>
        <a:bodyPr/>
        <a:lstStyle/>
        <a:p>
          <a:endParaRPr lang="en-US"/>
        </a:p>
      </dgm:t>
    </dgm:pt>
    <dgm:pt modelId="{8266A5DA-10A6-4F16-A12A-F0DC347A5E41}" type="sibTrans" cxnId="{E123716A-34A9-4892-A864-1EDE3FE7021A}">
      <dgm:prSet/>
      <dgm:spPr/>
      <dgm:t>
        <a:bodyPr/>
        <a:lstStyle/>
        <a:p>
          <a:pPr>
            <a:lnSpc>
              <a:spcPct val="100000"/>
            </a:lnSpc>
            <a:defRPr b="1"/>
          </a:pPr>
          <a:endParaRPr lang="en-US"/>
        </a:p>
      </dgm:t>
    </dgm:pt>
    <dgm:pt modelId="{B10AAC3A-B742-493B-AA50-8FBD89A315DC}">
      <dgm:prSet/>
      <dgm:spPr/>
      <dgm:t>
        <a:bodyPr/>
        <a:lstStyle/>
        <a:p>
          <a:pPr>
            <a:lnSpc>
              <a:spcPct val="100000"/>
            </a:lnSpc>
          </a:pPr>
          <a:r>
            <a:rPr lang="en-US" b="0" i="0"/>
            <a:t>Richardson TX plant is the costliest, with a 10.96% Defect Rate, 47 returns, and $9400 worth of refunds.</a:t>
          </a:r>
          <a:endParaRPr lang="en-US"/>
        </a:p>
      </dgm:t>
    </dgm:pt>
    <dgm:pt modelId="{22D80E8E-374F-4D9D-A4E8-D1E1692D6A9F}" type="parTrans" cxnId="{10C345D9-5031-453E-82D2-923C22362391}">
      <dgm:prSet/>
      <dgm:spPr/>
      <dgm:t>
        <a:bodyPr/>
        <a:lstStyle/>
        <a:p>
          <a:endParaRPr lang="en-US"/>
        </a:p>
      </dgm:t>
    </dgm:pt>
    <dgm:pt modelId="{2B0FDFC8-6161-402B-ABDF-CB26889D814E}" type="sibTrans" cxnId="{10C345D9-5031-453E-82D2-923C22362391}">
      <dgm:prSet/>
      <dgm:spPr/>
      <dgm:t>
        <a:bodyPr/>
        <a:lstStyle/>
        <a:p>
          <a:endParaRPr lang="en-US"/>
        </a:p>
      </dgm:t>
    </dgm:pt>
    <dgm:pt modelId="{01B096DF-E44F-4316-A64A-04449B0083EA}">
      <dgm:prSet/>
      <dgm:spPr/>
      <dgm:t>
        <a:bodyPr/>
        <a:lstStyle/>
        <a:p>
          <a:pPr>
            <a:lnSpc>
              <a:spcPct val="100000"/>
            </a:lnSpc>
            <a:defRPr b="1"/>
          </a:pPr>
          <a:r>
            <a:rPr lang="en-US" b="1" i="0"/>
            <a:t>Motor</a:t>
          </a:r>
          <a:endParaRPr lang="en-US"/>
        </a:p>
      </dgm:t>
    </dgm:pt>
    <dgm:pt modelId="{F6092105-D209-4B1C-B7EE-130E949C959F}" type="parTrans" cxnId="{4AAED375-4408-4AD6-935D-181F262C2D61}">
      <dgm:prSet/>
      <dgm:spPr/>
      <dgm:t>
        <a:bodyPr/>
        <a:lstStyle/>
        <a:p>
          <a:endParaRPr lang="en-US"/>
        </a:p>
      </dgm:t>
    </dgm:pt>
    <dgm:pt modelId="{EB9E9A23-BA6F-4B6D-91C8-53EA48616E79}" type="sibTrans" cxnId="{4AAED375-4408-4AD6-935D-181F262C2D61}">
      <dgm:prSet/>
      <dgm:spPr/>
      <dgm:t>
        <a:bodyPr/>
        <a:lstStyle/>
        <a:p>
          <a:endParaRPr lang="en-US"/>
        </a:p>
      </dgm:t>
    </dgm:pt>
    <dgm:pt modelId="{726AD29A-BDEA-4457-8E05-4A778049ED44}">
      <dgm:prSet/>
      <dgm:spPr/>
      <dgm:t>
        <a:bodyPr/>
        <a:lstStyle/>
        <a:p>
          <a:pPr>
            <a:lnSpc>
              <a:spcPct val="100000"/>
            </a:lnSpc>
          </a:pPr>
          <a:r>
            <a:rPr lang="en-US" b="0" i="0"/>
            <a:t>Denver CO plant is the costliest, with a 13.17% Defect Rate, 71 returns, and $14200 worth of refunds.</a:t>
          </a:r>
          <a:endParaRPr lang="en-US"/>
        </a:p>
      </dgm:t>
    </dgm:pt>
    <dgm:pt modelId="{39870A9C-2605-43B5-A781-99705E32E14D}" type="parTrans" cxnId="{FD9AAA36-1062-47AB-9C40-C9E19712BDB0}">
      <dgm:prSet/>
      <dgm:spPr/>
      <dgm:t>
        <a:bodyPr/>
        <a:lstStyle/>
        <a:p>
          <a:endParaRPr lang="en-US"/>
        </a:p>
      </dgm:t>
    </dgm:pt>
    <dgm:pt modelId="{E126FED5-9B36-476D-AAA0-DE1B1351FB82}" type="sibTrans" cxnId="{FD9AAA36-1062-47AB-9C40-C9E19712BDB0}">
      <dgm:prSet/>
      <dgm:spPr/>
      <dgm:t>
        <a:bodyPr/>
        <a:lstStyle/>
        <a:p>
          <a:endParaRPr lang="en-US"/>
        </a:p>
      </dgm:t>
    </dgm:pt>
    <dgm:pt modelId="{46AC2DF2-A5CB-488C-B1D9-BCB5088D89B4}" type="pres">
      <dgm:prSet presAssocID="{6A406C1D-4EB3-4BB1-8AFC-D8B41143984E}" presName="Name0" presStyleCnt="0">
        <dgm:presLayoutVars>
          <dgm:dir/>
          <dgm:resizeHandles val="exact"/>
        </dgm:presLayoutVars>
      </dgm:prSet>
      <dgm:spPr/>
    </dgm:pt>
    <dgm:pt modelId="{61944096-7678-4085-A502-B52C3EF4131E}" type="pres">
      <dgm:prSet presAssocID="{77B2574D-C41B-4132-BF9C-8AE771EA71CA}" presName="compNode" presStyleCnt="0"/>
      <dgm:spPr/>
    </dgm:pt>
    <dgm:pt modelId="{5B70A57E-029B-4793-8B62-81D98A9010F4}" type="pres">
      <dgm:prSet presAssocID="{77B2574D-C41B-4132-BF9C-8AE771EA71CA}" presName="pictRect" presStyleLbl="revTx" presStyleIdx="0" presStyleCnt="6">
        <dgm:presLayoutVars>
          <dgm:chMax val="0"/>
          <dgm:bulletEnabled/>
        </dgm:presLayoutVars>
      </dgm:prSet>
      <dgm:spPr/>
    </dgm:pt>
    <dgm:pt modelId="{42B41816-63EF-417F-AD54-5DF765C462D8}" type="pres">
      <dgm:prSet presAssocID="{77B2574D-C41B-4132-BF9C-8AE771EA71CA}" presName="textRect" presStyleLbl="revTx" presStyleIdx="1" presStyleCnt="6">
        <dgm:presLayoutVars>
          <dgm:bulletEnabled/>
        </dgm:presLayoutVars>
      </dgm:prSet>
      <dgm:spPr/>
    </dgm:pt>
    <dgm:pt modelId="{8D017F1E-5117-4408-BFE4-BC9FEAA33129}" type="pres">
      <dgm:prSet presAssocID="{648964D7-97E2-4ED4-B0FD-5CCB879B162C}" presName="sibTrans" presStyleLbl="sibTrans2D1" presStyleIdx="0" presStyleCnt="0"/>
      <dgm:spPr/>
    </dgm:pt>
    <dgm:pt modelId="{D1005823-725A-4195-80CC-B9B8EDA37A0A}" type="pres">
      <dgm:prSet presAssocID="{CC1ABAE3-1DA8-48A7-AD8F-EDFAF75C581B}" presName="compNode" presStyleCnt="0"/>
      <dgm:spPr/>
    </dgm:pt>
    <dgm:pt modelId="{9D1F5C93-7730-4393-A550-CC7F22C82CF5}" type="pres">
      <dgm:prSet presAssocID="{CC1ABAE3-1DA8-48A7-AD8F-EDFAF75C581B}" presName="pictRect" presStyleLbl="revTx" presStyleIdx="2" presStyleCnt="6">
        <dgm:presLayoutVars>
          <dgm:chMax val="0"/>
          <dgm:bulletEnabled/>
        </dgm:presLayoutVars>
      </dgm:prSet>
      <dgm:spPr/>
    </dgm:pt>
    <dgm:pt modelId="{599E980A-631A-4C0E-888E-0396C031C44E}" type="pres">
      <dgm:prSet presAssocID="{CC1ABAE3-1DA8-48A7-AD8F-EDFAF75C581B}" presName="textRect" presStyleLbl="revTx" presStyleIdx="3" presStyleCnt="6">
        <dgm:presLayoutVars>
          <dgm:bulletEnabled/>
        </dgm:presLayoutVars>
      </dgm:prSet>
      <dgm:spPr/>
    </dgm:pt>
    <dgm:pt modelId="{302E5691-64A1-440B-A60F-94F752983296}" type="pres">
      <dgm:prSet presAssocID="{8266A5DA-10A6-4F16-A12A-F0DC347A5E41}" presName="sibTrans" presStyleLbl="sibTrans2D1" presStyleIdx="0" presStyleCnt="0"/>
      <dgm:spPr/>
    </dgm:pt>
    <dgm:pt modelId="{9F3EDB12-6615-4DED-B148-2A4430D00D16}" type="pres">
      <dgm:prSet presAssocID="{01B096DF-E44F-4316-A64A-04449B0083EA}" presName="compNode" presStyleCnt="0"/>
      <dgm:spPr/>
    </dgm:pt>
    <dgm:pt modelId="{54A866EC-BF27-41C9-8951-2A92D5FE74FF}" type="pres">
      <dgm:prSet presAssocID="{01B096DF-E44F-4316-A64A-04449B0083EA}" presName="pictRect" presStyleLbl="revTx" presStyleIdx="4" presStyleCnt="6">
        <dgm:presLayoutVars>
          <dgm:chMax val="0"/>
          <dgm:bulletEnabled/>
        </dgm:presLayoutVars>
      </dgm:prSet>
      <dgm:spPr/>
    </dgm:pt>
    <dgm:pt modelId="{28C926E1-1982-4850-BBD7-08BE583E3A00}" type="pres">
      <dgm:prSet presAssocID="{01B096DF-E44F-4316-A64A-04449B0083EA}" presName="textRect" presStyleLbl="revTx" presStyleIdx="5" presStyleCnt="6">
        <dgm:presLayoutVars>
          <dgm:bulletEnabled/>
        </dgm:presLayoutVars>
      </dgm:prSet>
      <dgm:spPr/>
    </dgm:pt>
  </dgm:ptLst>
  <dgm:cxnLst>
    <dgm:cxn modelId="{37754101-BD63-4CE6-A9CE-9A0E97A1911D}" type="presOf" srcId="{01B096DF-E44F-4316-A64A-04449B0083EA}" destId="{54A866EC-BF27-41C9-8951-2A92D5FE74FF}" srcOrd="0" destOrd="0" presId="urn:microsoft.com/office/officeart/2024/3/layout/hArchList1"/>
    <dgm:cxn modelId="{83797808-35D2-41B9-882D-F0535A0F0249}" srcId="{6A406C1D-4EB3-4BB1-8AFC-D8B41143984E}" destId="{77B2574D-C41B-4132-BF9C-8AE771EA71CA}" srcOrd="0" destOrd="0" parTransId="{9AE7908D-A7DF-46C5-813D-AD87FE9BAEDC}" sibTransId="{648964D7-97E2-4ED4-B0FD-5CCB879B162C}"/>
    <dgm:cxn modelId="{6416A91D-8B9B-4221-AD5D-E806F0206970}" type="presOf" srcId="{77B2574D-C41B-4132-BF9C-8AE771EA71CA}" destId="{5B70A57E-029B-4793-8B62-81D98A9010F4}" srcOrd="0" destOrd="0" presId="urn:microsoft.com/office/officeart/2024/3/layout/hArchList1"/>
    <dgm:cxn modelId="{E5BF122E-A8EE-4099-AE30-0A9F131D5430}" type="presOf" srcId="{CC1ABAE3-1DA8-48A7-AD8F-EDFAF75C581B}" destId="{9D1F5C93-7730-4393-A550-CC7F22C82CF5}" srcOrd="0" destOrd="0" presId="urn:microsoft.com/office/officeart/2024/3/layout/hArchList1"/>
    <dgm:cxn modelId="{FD9AAA36-1062-47AB-9C40-C9E19712BDB0}" srcId="{01B096DF-E44F-4316-A64A-04449B0083EA}" destId="{726AD29A-BDEA-4457-8E05-4A778049ED44}" srcOrd="0" destOrd="0" parTransId="{39870A9C-2605-43B5-A781-99705E32E14D}" sibTransId="{E126FED5-9B36-476D-AAA0-DE1B1351FB82}"/>
    <dgm:cxn modelId="{15BE1744-3033-4B34-8C86-22F5A61FFC19}" type="presOf" srcId="{E2B91C1B-D1DD-4789-91BB-B1062A5CFFBD}" destId="{42B41816-63EF-417F-AD54-5DF765C462D8}" srcOrd="0" destOrd="0" presId="urn:microsoft.com/office/officeart/2024/3/layout/hArchList1"/>
    <dgm:cxn modelId="{E123716A-34A9-4892-A864-1EDE3FE7021A}" srcId="{6A406C1D-4EB3-4BB1-8AFC-D8B41143984E}" destId="{CC1ABAE3-1DA8-48A7-AD8F-EDFAF75C581B}" srcOrd="1" destOrd="0" parTransId="{65C46B0F-696A-414F-8E54-53E7B6035C01}" sibTransId="{8266A5DA-10A6-4F16-A12A-F0DC347A5E41}"/>
    <dgm:cxn modelId="{6CB6E753-994C-4FEC-85A4-924A4F17A8DC}" type="presOf" srcId="{648964D7-97E2-4ED4-B0FD-5CCB879B162C}" destId="{8D017F1E-5117-4408-BFE4-BC9FEAA33129}" srcOrd="0" destOrd="0" presId="urn:microsoft.com/office/officeart/2024/3/layout/hArchList1"/>
    <dgm:cxn modelId="{4AAED375-4408-4AD6-935D-181F262C2D61}" srcId="{6A406C1D-4EB3-4BB1-8AFC-D8B41143984E}" destId="{01B096DF-E44F-4316-A64A-04449B0083EA}" srcOrd="2" destOrd="0" parTransId="{F6092105-D209-4B1C-B7EE-130E949C959F}" sibTransId="{EB9E9A23-BA6F-4B6D-91C8-53EA48616E79}"/>
    <dgm:cxn modelId="{00613781-EFDF-4AB9-AA90-AD66095AF823}" type="presOf" srcId="{B10AAC3A-B742-493B-AA50-8FBD89A315DC}" destId="{599E980A-631A-4C0E-888E-0396C031C44E}" srcOrd="0" destOrd="0" presId="urn:microsoft.com/office/officeart/2024/3/layout/hArchList1"/>
    <dgm:cxn modelId="{123C60CE-44A1-4F6D-A4E4-BC7E8C0C18EA}" type="presOf" srcId="{6A406C1D-4EB3-4BB1-8AFC-D8B41143984E}" destId="{46AC2DF2-A5CB-488C-B1D9-BCB5088D89B4}" srcOrd="0" destOrd="0" presId="urn:microsoft.com/office/officeart/2024/3/layout/hArchList1"/>
    <dgm:cxn modelId="{10C345D9-5031-453E-82D2-923C22362391}" srcId="{CC1ABAE3-1DA8-48A7-AD8F-EDFAF75C581B}" destId="{B10AAC3A-B742-493B-AA50-8FBD89A315DC}" srcOrd="0" destOrd="0" parTransId="{22D80E8E-374F-4D9D-A4E8-D1E1692D6A9F}" sibTransId="{2B0FDFC8-6161-402B-ABDF-CB26889D814E}"/>
    <dgm:cxn modelId="{E1DC19DA-FF9E-4FAD-9ADE-2818AABA8C52}" type="presOf" srcId="{726AD29A-BDEA-4457-8E05-4A778049ED44}" destId="{28C926E1-1982-4850-BBD7-08BE583E3A00}" srcOrd="0" destOrd="0" presId="urn:microsoft.com/office/officeart/2024/3/layout/hArchList1"/>
    <dgm:cxn modelId="{8B7798E1-00F8-4105-904F-DA8FC7EA90B7}" type="presOf" srcId="{8266A5DA-10A6-4F16-A12A-F0DC347A5E41}" destId="{302E5691-64A1-440B-A60F-94F752983296}" srcOrd="0" destOrd="0" presId="urn:microsoft.com/office/officeart/2024/3/layout/hArchList1"/>
    <dgm:cxn modelId="{E19FBBFC-FC67-4EE6-9E39-CCA6B325B082}" srcId="{77B2574D-C41B-4132-BF9C-8AE771EA71CA}" destId="{E2B91C1B-D1DD-4789-91BB-B1062A5CFFBD}" srcOrd="0" destOrd="0" parTransId="{F59306DD-8925-43C0-A0E9-20B9B19556E3}" sibTransId="{6C609D0F-2B94-43B7-B955-A76E15DEC0A2}"/>
    <dgm:cxn modelId="{07D97E34-6019-4907-8D36-21F7CA5C4246}" type="presParOf" srcId="{46AC2DF2-A5CB-488C-B1D9-BCB5088D89B4}" destId="{61944096-7678-4085-A502-B52C3EF4131E}" srcOrd="0" destOrd="0" presId="urn:microsoft.com/office/officeart/2024/3/layout/hArchList1"/>
    <dgm:cxn modelId="{0903616E-ACCC-4728-BEBE-D020908F562B}" type="presParOf" srcId="{61944096-7678-4085-A502-B52C3EF4131E}" destId="{5B70A57E-029B-4793-8B62-81D98A9010F4}" srcOrd="0" destOrd="0" presId="urn:microsoft.com/office/officeart/2024/3/layout/hArchList1"/>
    <dgm:cxn modelId="{A07A911B-FD3C-48BE-BB42-0D8942BFCDE8}" type="presParOf" srcId="{61944096-7678-4085-A502-B52C3EF4131E}" destId="{42B41816-63EF-417F-AD54-5DF765C462D8}" srcOrd="1" destOrd="0" presId="urn:microsoft.com/office/officeart/2024/3/layout/hArchList1"/>
    <dgm:cxn modelId="{F730C0F5-E622-448C-9FF6-AB25A8C2FD2C}" type="presParOf" srcId="{46AC2DF2-A5CB-488C-B1D9-BCB5088D89B4}" destId="{8D017F1E-5117-4408-BFE4-BC9FEAA33129}" srcOrd="1" destOrd="0" presId="urn:microsoft.com/office/officeart/2024/3/layout/hArchList1"/>
    <dgm:cxn modelId="{3EBE0209-B01E-492F-868B-5CB3000CB6CB}" type="presParOf" srcId="{46AC2DF2-A5CB-488C-B1D9-BCB5088D89B4}" destId="{D1005823-725A-4195-80CC-B9B8EDA37A0A}" srcOrd="2" destOrd="0" presId="urn:microsoft.com/office/officeart/2024/3/layout/hArchList1"/>
    <dgm:cxn modelId="{51FDF710-C380-4B72-88B2-95E9D7BF3AB5}" type="presParOf" srcId="{D1005823-725A-4195-80CC-B9B8EDA37A0A}" destId="{9D1F5C93-7730-4393-A550-CC7F22C82CF5}" srcOrd="0" destOrd="0" presId="urn:microsoft.com/office/officeart/2024/3/layout/hArchList1"/>
    <dgm:cxn modelId="{49A8D2A8-9BF6-400C-9885-10F88200AF8D}" type="presParOf" srcId="{D1005823-725A-4195-80CC-B9B8EDA37A0A}" destId="{599E980A-631A-4C0E-888E-0396C031C44E}" srcOrd="1" destOrd="0" presId="urn:microsoft.com/office/officeart/2024/3/layout/hArchList1"/>
    <dgm:cxn modelId="{F37B32D2-B637-455B-A897-AEBC60127E6E}" type="presParOf" srcId="{46AC2DF2-A5CB-488C-B1D9-BCB5088D89B4}" destId="{302E5691-64A1-440B-A60F-94F752983296}" srcOrd="3" destOrd="0" presId="urn:microsoft.com/office/officeart/2024/3/layout/hArchList1"/>
    <dgm:cxn modelId="{3D467F63-D4FF-4F77-9B0B-EADFD7CA00D1}" type="presParOf" srcId="{46AC2DF2-A5CB-488C-B1D9-BCB5088D89B4}" destId="{9F3EDB12-6615-4DED-B148-2A4430D00D16}" srcOrd="4" destOrd="0" presId="urn:microsoft.com/office/officeart/2024/3/layout/hArchList1"/>
    <dgm:cxn modelId="{B35E5087-C690-4724-83CC-5915510E5388}" type="presParOf" srcId="{9F3EDB12-6615-4DED-B148-2A4430D00D16}" destId="{54A866EC-BF27-41C9-8951-2A92D5FE74FF}" srcOrd="0" destOrd="0" presId="urn:microsoft.com/office/officeart/2024/3/layout/hArchList1"/>
    <dgm:cxn modelId="{DEF33BFC-ECA9-4C58-8BB4-C8B3D549BD47}" type="presParOf" srcId="{9F3EDB12-6615-4DED-B148-2A4430D00D16}" destId="{28C926E1-1982-4850-BBD7-08BE583E3A00}" srcOrd="1" destOrd="0" presId="urn:microsoft.com/office/officeart/2024/3/layout/hArc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EC24F7-5DD9-4F5A-9DD5-3360B2BB1F66}">
      <dsp:nvSpPr>
        <dsp:cNvPr id="0" name=""/>
        <dsp:cNvSpPr/>
      </dsp:nvSpPr>
      <dsp:spPr>
        <a:xfrm>
          <a:off x="1848448" y="1150143"/>
          <a:ext cx="393829" cy="91440"/>
        </a:xfrm>
        <a:custGeom>
          <a:avLst/>
          <a:gdLst/>
          <a:ahLst/>
          <a:cxnLst/>
          <a:rect l="0" t="0" r="0" b="0"/>
          <a:pathLst>
            <a:path>
              <a:moveTo>
                <a:pt x="0" y="45720"/>
              </a:moveTo>
              <a:lnTo>
                <a:pt x="393829"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34752" y="1193741"/>
        <a:ext cx="21221" cy="4244"/>
      </dsp:txXfrm>
    </dsp:sp>
    <dsp:sp modelId="{E5C4EC96-B8BA-4435-9ECA-F6C2FB2DC099}">
      <dsp:nvSpPr>
        <dsp:cNvPr id="0" name=""/>
        <dsp:cNvSpPr/>
      </dsp:nvSpPr>
      <dsp:spPr>
        <a:xfrm>
          <a:off x="4902" y="642260"/>
          <a:ext cx="1845346" cy="1107207"/>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0424" tIns="94915" rIns="90424" bIns="94915" numCol="1" spcCol="1270" anchor="ctr" anchorCtr="0">
          <a:noAutofit/>
        </a:bodyPr>
        <a:lstStyle/>
        <a:p>
          <a:pPr marL="0" lvl="0" indent="0" algn="ctr" defTabSz="711200">
            <a:lnSpc>
              <a:spcPct val="90000"/>
            </a:lnSpc>
            <a:spcBef>
              <a:spcPct val="0"/>
            </a:spcBef>
            <a:spcAft>
              <a:spcPct val="35000"/>
            </a:spcAft>
            <a:buNone/>
          </a:pPr>
          <a:r>
            <a:rPr lang="en-US" sz="1600" kern="1200"/>
            <a:t>Transfer raw data into SSMS</a:t>
          </a:r>
        </a:p>
      </dsp:txBody>
      <dsp:txXfrm>
        <a:off x="4902" y="642260"/>
        <a:ext cx="1845346" cy="1107207"/>
      </dsp:txXfrm>
    </dsp:sp>
    <dsp:sp modelId="{BD3454B7-ED8B-41B0-BBBE-8C1498824237}">
      <dsp:nvSpPr>
        <dsp:cNvPr id="0" name=""/>
        <dsp:cNvSpPr/>
      </dsp:nvSpPr>
      <dsp:spPr>
        <a:xfrm>
          <a:off x="4118224" y="1150143"/>
          <a:ext cx="393829" cy="91440"/>
        </a:xfrm>
        <a:custGeom>
          <a:avLst/>
          <a:gdLst/>
          <a:ahLst/>
          <a:cxnLst/>
          <a:rect l="0" t="0" r="0" b="0"/>
          <a:pathLst>
            <a:path>
              <a:moveTo>
                <a:pt x="0" y="45720"/>
              </a:moveTo>
              <a:lnTo>
                <a:pt x="393829"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04528" y="1193741"/>
        <a:ext cx="21221" cy="4244"/>
      </dsp:txXfrm>
    </dsp:sp>
    <dsp:sp modelId="{DC85D3CE-9C64-42CD-A5AD-CA9C4E394F62}">
      <dsp:nvSpPr>
        <dsp:cNvPr id="0" name=""/>
        <dsp:cNvSpPr/>
      </dsp:nvSpPr>
      <dsp:spPr>
        <a:xfrm>
          <a:off x="2274678" y="642260"/>
          <a:ext cx="1845346" cy="1107207"/>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0424" tIns="94915" rIns="90424" bIns="94915" numCol="1" spcCol="1270" anchor="ctr" anchorCtr="0">
          <a:noAutofit/>
        </a:bodyPr>
        <a:lstStyle/>
        <a:p>
          <a:pPr marL="0" lvl="0" indent="0" algn="ctr" defTabSz="711200">
            <a:lnSpc>
              <a:spcPct val="90000"/>
            </a:lnSpc>
            <a:spcBef>
              <a:spcPct val="0"/>
            </a:spcBef>
            <a:spcAft>
              <a:spcPct val="35000"/>
            </a:spcAft>
            <a:buNone/>
          </a:pPr>
          <a:r>
            <a:rPr lang="en-US" sz="1600" kern="1200"/>
            <a:t>Establish relationships between tables</a:t>
          </a:r>
        </a:p>
      </dsp:txBody>
      <dsp:txXfrm>
        <a:off x="2274678" y="642260"/>
        <a:ext cx="1845346" cy="1107207"/>
      </dsp:txXfrm>
    </dsp:sp>
    <dsp:sp modelId="{2ECE01D6-7385-4EF8-9BB0-CD68343D0518}">
      <dsp:nvSpPr>
        <dsp:cNvPr id="0" name=""/>
        <dsp:cNvSpPr/>
      </dsp:nvSpPr>
      <dsp:spPr>
        <a:xfrm>
          <a:off x="927575" y="1747667"/>
          <a:ext cx="4539552" cy="393829"/>
        </a:xfrm>
        <a:custGeom>
          <a:avLst/>
          <a:gdLst/>
          <a:ahLst/>
          <a:cxnLst/>
          <a:rect l="0" t="0" r="0" b="0"/>
          <a:pathLst>
            <a:path>
              <a:moveTo>
                <a:pt x="4539552" y="0"/>
              </a:moveTo>
              <a:lnTo>
                <a:pt x="4539552" y="214014"/>
              </a:lnTo>
              <a:lnTo>
                <a:pt x="0" y="214014"/>
              </a:lnTo>
              <a:lnTo>
                <a:pt x="0" y="393829"/>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83367" y="1942460"/>
        <a:ext cx="227967" cy="4244"/>
      </dsp:txXfrm>
    </dsp:sp>
    <dsp:sp modelId="{DD13CC72-2076-4EF8-8F7B-D608AE974B1E}">
      <dsp:nvSpPr>
        <dsp:cNvPr id="0" name=""/>
        <dsp:cNvSpPr/>
      </dsp:nvSpPr>
      <dsp:spPr>
        <a:xfrm>
          <a:off x="4544454" y="642260"/>
          <a:ext cx="1845346" cy="1107207"/>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0424" tIns="94915" rIns="90424" bIns="94915" numCol="1" spcCol="1270" anchor="ctr" anchorCtr="0">
          <a:noAutofit/>
        </a:bodyPr>
        <a:lstStyle/>
        <a:p>
          <a:pPr marL="0" lvl="0" indent="0" algn="ctr" defTabSz="711200">
            <a:lnSpc>
              <a:spcPct val="90000"/>
            </a:lnSpc>
            <a:spcBef>
              <a:spcPct val="0"/>
            </a:spcBef>
            <a:spcAft>
              <a:spcPct val="35000"/>
            </a:spcAft>
            <a:buNone/>
          </a:pPr>
          <a:r>
            <a:rPr lang="en-US" sz="1600" kern="1200"/>
            <a:t>Fix data errors (Cost column in Sales table/cost traceability)</a:t>
          </a:r>
        </a:p>
      </dsp:txBody>
      <dsp:txXfrm>
        <a:off x="4544454" y="642260"/>
        <a:ext cx="1845346" cy="1107207"/>
      </dsp:txXfrm>
    </dsp:sp>
    <dsp:sp modelId="{EB4A06CB-3795-4854-959F-060D441055D6}">
      <dsp:nvSpPr>
        <dsp:cNvPr id="0" name=""/>
        <dsp:cNvSpPr/>
      </dsp:nvSpPr>
      <dsp:spPr>
        <a:xfrm>
          <a:off x="1848448" y="2681781"/>
          <a:ext cx="393829" cy="91440"/>
        </a:xfrm>
        <a:custGeom>
          <a:avLst/>
          <a:gdLst/>
          <a:ahLst/>
          <a:cxnLst/>
          <a:rect l="0" t="0" r="0" b="0"/>
          <a:pathLst>
            <a:path>
              <a:moveTo>
                <a:pt x="0" y="45720"/>
              </a:moveTo>
              <a:lnTo>
                <a:pt x="393829"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34752" y="2725379"/>
        <a:ext cx="21221" cy="4244"/>
      </dsp:txXfrm>
    </dsp:sp>
    <dsp:sp modelId="{E363E6E6-03AF-4EBE-9439-A17FE6EA5AE6}">
      <dsp:nvSpPr>
        <dsp:cNvPr id="0" name=""/>
        <dsp:cNvSpPr/>
      </dsp:nvSpPr>
      <dsp:spPr>
        <a:xfrm>
          <a:off x="4902" y="2173897"/>
          <a:ext cx="1845346" cy="1107207"/>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0424" tIns="94915" rIns="90424" bIns="94915" numCol="1" spcCol="1270" anchor="ctr" anchorCtr="0">
          <a:noAutofit/>
        </a:bodyPr>
        <a:lstStyle/>
        <a:p>
          <a:pPr marL="0" lvl="0" indent="0" algn="ctr" defTabSz="711200">
            <a:lnSpc>
              <a:spcPct val="90000"/>
            </a:lnSpc>
            <a:spcBef>
              <a:spcPct val="0"/>
            </a:spcBef>
            <a:spcAft>
              <a:spcPct val="35000"/>
            </a:spcAft>
            <a:buNone/>
          </a:pPr>
          <a:r>
            <a:rPr lang="en-US" sz="1600" kern="1200"/>
            <a:t>Create a Summary View to facilitate further analysis</a:t>
          </a:r>
        </a:p>
      </dsp:txBody>
      <dsp:txXfrm>
        <a:off x="4902" y="2173897"/>
        <a:ext cx="1845346" cy="1107207"/>
      </dsp:txXfrm>
    </dsp:sp>
    <dsp:sp modelId="{AAF351FD-73A1-424D-A59C-653622F4A229}">
      <dsp:nvSpPr>
        <dsp:cNvPr id="0" name=""/>
        <dsp:cNvSpPr/>
      </dsp:nvSpPr>
      <dsp:spPr>
        <a:xfrm>
          <a:off x="4118224" y="2681781"/>
          <a:ext cx="393829" cy="91440"/>
        </a:xfrm>
        <a:custGeom>
          <a:avLst/>
          <a:gdLst/>
          <a:ahLst/>
          <a:cxnLst/>
          <a:rect l="0" t="0" r="0" b="0"/>
          <a:pathLst>
            <a:path>
              <a:moveTo>
                <a:pt x="0" y="45720"/>
              </a:moveTo>
              <a:lnTo>
                <a:pt x="393829"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04528" y="2725379"/>
        <a:ext cx="21221" cy="4244"/>
      </dsp:txXfrm>
    </dsp:sp>
    <dsp:sp modelId="{F58EEC9C-98D4-4957-A089-84A2E1955F51}">
      <dsp:nvSpPr>
        <dsp:cNvPr id="0" name=""/>
        <dsp:cNvSpPr/>
      </dsp:nvSpPr>
      <dsp:spPr>
        <a:xfrm>
          <a:off x="2274678" y="2173897"/>
          <a:ext cx="1845346" cy="1107207"/>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0424" tIns="94915" rIns="90424" bIns="94915" numCol="1" spcCol="1270" anchor="ctr" anchorCtr="0">
          <a:noAutofit/>
        </a:bodyPr>
        <a:lstStyle/>
        <a:p>
          <a:pPr marL="0" lvl="0" indent="0" algn="ctr" defTabSz="711200">
            <a:lnSpc>
              <a:spcPct val="90000"/>
            </a:lnSpc>
            <a:spcBef>
              <a:spcPct val="0"/>
            </a:spcBef>
            <a:spcAft>
              <a:spcPct val="35000"/>
            </a:spcAft>
            <a:buNone/>
          </a:pPr>
          <a:r>
            <a:rPr lang="en-US" sz="1600" kern="1200"/>
            <a:t>Create Stored Procedures to allow for future data entry</a:t>
          </a:r>
        </a:p>
      </dsp:txBody>
      <dsp:txXfrm>
        <a:off x="2274678" y="2173897"/>
        <a:ext cx="1845346" cy="1107207"/>
      </dsp:txXfrm>
    </dsp:sp>
    <dsp:sp modelId="{B90A6AF9-EBD9-40E6-AA5C-6B624A62AAFE}">
      <dsp:nvSpPr>
        <dsp:cNvPr id="0" name=""/>
        <dsp:cNvSpPr/>
      </dsp:nvSpPr>
      <dsp:spPr>
        <a:xfrm>
          <a:off x="927575" y="3279305"/>
          <a:ext cx="4539552" cy="393829"/>
        </a:xfrm>
        <a:custGeom>
          <a:avLst/>
          <a:gdLst/>
          <a:ahLst/>
          <a:cxnLst/>
          <a:rect l="0" t="0" r="0" b="0"/>
          <a:pathLst>
            <a:path>
              <a:moveTo>
                <a:pt x="4539552" y="0"/>
              </a:moveTo>
              <a:lnTo>
                <a:pt x="4539552" y="214014"/>
              </a:lnTo>
              <a:lnTo>
                <a:pt x="0" y="214014"/>
              </a:lnTo>
              <a:lnTo>
                <a:pt x="0" y="393829"/>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83367" y="3474098"/>
        <a:ext cx="227967" cy="4244"/>
      </dsp:txXfrm>
    </dsp:sp>
    <dsp:sp modelId="{37741DD2-77ED-4881-A909-6438D6EE0BEF}">
      <dsp:nvSpPr>
        <dsp:cNvPr id="0" name=""/>
        <dsp:cNvSpPr/>
      </dsp:nvSpPr>
      <dsp:spPr>
        <a:xfrm>
          <a:off x="4544454" y="2173897"/>
          <a:ext cx="1845346" cy="1107207"/>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0424" tIns="94915" rIns="90424" bIns="94915" numCol="1" spcCol="1270" anchor="ctr" anchorCtr="0">
          <a:noAutofit/>
        </a:bodyPr>
        <a:lstStyle/>
        <a:p>
          <a:pPr marL="0" lvl="0" indent="0" algn="ctr" defTabSz="711200">
            <a:lnSpc>
              <a:spcPct val="90000"/>
            </a:lnSpc>
            <a:spcBef>
              <a:spcPct val="0"/>
            </a:spcBef>
            <a:spcAft>
              <a:spcPct val="35000"/>
            </a:spcAft>
            <a:buNone/>
          </a:pPr>
          <a:r>
            <a:rPr lang="en-US" sz="1600" kern="1200"/>
            <a:t>Create a live connection to Power BI</a:t>
          </a:r>
        </a:p>
      </dsp:txBody>
      <dsp:txXfrm>
        <a:off x="4544454" y="2173897"/>
        <a:ext cx="1845346" cy="1107207"/>
      </dsp:txXfrm>
    </dsp:sp>
    <dsp:sp modelId="{B03E3BF5-BCCB-4DB9-89AE-64061F57E831}">
      <dsp:nvSpPr>
        <dsp:cNvPr id="0" name=""/>
        <dsp:cNvSpPr/>
      </dsp:nvSpPr>
      <dsp:spPr>
        <a:xfrm>
          <a:off x="1848448" y="4213419"/>
          <a:ext cx="393829" cy="91440"/>
        </a:xfrm>
        <a:custGeom>
          <a:avLst/>
          <a:gdLst/>
          <a:ahLst/>
          <a:cxnLst/>
          <a:rect l="0" t="0" r="0" b="0"/>
          <a:pathLst>
            <a:path>
              <a:moveTo>
                <a:pt x="0" y="45720"/>
              </a:moveTo>
              <a:lnTo>
                <a:pt x="393829"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34752" y="4257016"/>
        <a:ext cx="21221" cy="4244"/>
      </dsp:txXfrm>
    </dsp:sp>
    <dsp:sp modelId="{C2A9DCC7-2448-4B18-952E-9120B9C98073}">
      <dsp:nvSpPr>
        <dsp:cNvPr id="0" name=""/>
        <dsp:cNvSpPr/>
      </dsp:nvSpPr>
      <dsp:spPr>
        <a:xfrm>
          <a:off x="4902" y="3705535"/>
          <a:ext cx="1845346" cy="1107207"/>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0424" tIns="94915" rIns="90424" bIns="94915" numCol="1" spcCol="1270" anchor="ctr" anchorCtr="0">
          <a:noAutofit/>
        </a:bodyPr>
        <a:lstStyle/>
        <a:p>
          <a:pPr marL="0" lvl="0" indent="0" algn="ctr" defTabSz="711200">
            <a:lnSpc>
              <a:spcPct val="90000"/>
            </a:lnSpc>
            <a:spcBef>
              <a:spcPct val="0"/>
            </a:spcBef>
            <a:spcAft>
              <a:spcPct val="35000"/>
            </a:spcAft>
            <a:buNone/>
          </a:pPr>
          <a:r>
            <a:rPr lang="en-US" sz="1600" kern="1200"/>
            <a:t>Create custom measures/tables with DAX</a:t>
          </a:r>
        </a:p>
      </dsp:txBody>
      <dsp:txXfrm>
        <a:off x="4902" y="3705535"/>
        <a:ext cx="1845346" cy="1107207"/>
      </dsp:txXfrm>
    </dsp:sp>
    <dsp:sp modelId="{76666FE8-D0BE-470B-8BC5-D2026F28F478}">
      <dsp:nvSpPr>
        <dsp:cNvPr id="0" name=""/>
        <dsp:cNvSpPr/>
      </dsp:nvSpPr>
      <dsp:spPr>
        <a:xfrm>
          <a:off x="4118224" y="4213419"/>
          <a:ext cx="393829" cy="91440"/>
        </a:xfrm>
        <a:custGeom>
          <a:avLst/>
          <a:gdLst/>
          <a:ahLst/>
          <a:cxnLst/>
          <a:rect l="0" t="0" r="0" b="0"/>
          <a:pathLst>
            <a:path>
              <a:moveTo>
                <a:pt x="0" y="45720"/>
              </a:moveTo>
              <a:lnTo>
                <a:pt x="393829"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04528" y="4257016"/>
        <a:ext cx="21221" cy="4244"/>
      </dsp:txXfrm>
    </dsp:sp>
    <dsp:sp modelId="{20B583C9-0692-4A55-AF3E-99213DB9100A}">
      <dsp:nvSpPr>
        <dsp:cNvPr id="0" name=""/>
        <dsp:cNvSpPr/>
      </dsp:nvSpPr>
      <dsp:spPr>
        <a:xfrm>
          <a:off x="2274678" y="3705535"/>
          <a:ext cx="1845346" cy="1107207"/>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0424" tIns="94915" rIns="90424" bIns="94915" numCol="1" spcCol="1270" anchor="ctr" anchorCtr="0">
          <a:noAutofit/>
        </a:bodyPr>
        <a:lstStyle/>
        <a:p>
          <a:pPr marL="0" lvl="0" indent="0" algn="ctr" defTabSz="711200">
            <a:lnSpc>
              <a:spcPct val="90000"/>
            </a:lnSpc>
            <a:spcBef>
              <a:spcPct val="0"/>
            </a:spcBef>
            <a:spcAft>
              <a:spcPct val="35000"/>
            </a:spcAft>
            <a:buNone/>
          </a:pPr>
          <a:r>
            <a:rPr lang="en-US" sz="1600" kern="1200"/>
            <a:t>Design a dashboard that facilitates root-cause analysis</a:t>
          </a:r>
        </a:p>
      </dsp:txBody>
      <dsp:txXfrm>
        <a:off x="2274678" y="3705535"/>
        <a:ext cx="1845346" cy="1107207"/>
      </dsp:txXfrm>
    </dsp:sp>
    <dsp:sp modelId="{6E171E29-6042-4B67-9128-CFF4BA46E917}">
      <dsp:nvSpPr>
        <dsp:cNvPr id="0" name=""/>
        <dsp:cNvSpPr/>
      </dsp:nvSpPr>
      <dsp:spPr>
        <a:xfrm>
          <a:off x="4544454" y="3705535"/>
          <a:ext cx="1845346" cy="1107207"/>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0424" tIns="94915" rIns="90424" bIns="94915" numCol="1" spcCol="1270" anchor="ctr" anchorCtr="0">
          <a:noAutofit/>
        </a:bodyPr>
        <a:lstStyle/>
        <a:p>
          <a:pPr marL="0" lvl="0" indent="0" algn="ctr" defTabSz="711200">
            <a:lnSpc>
              <a:spcPct val="90000"/>
            </a:lnSpc>
            <a:spcBef>
              <a:spcPct val="0"/>
            </a:spcBef>
            <a:spcAft>
              <a:spcPct val="35000"/>
            </a:spcAft>
            <a:buNone/>
          </a:pPr>
          <a:r>
            <a:rPr lang="en-US" sz="1600" kern="1200"/>
            <a:t>Create and present insights gained through analysis</a:t>
          </a:r>
        </a:p>
      </dsp:txBody>
      <dsp:txXfrm>
        <a:off x="4544454" y="3705535"/>
        <a:ext cx="1845346" cy="11072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36A550-C461-41A5-829B-51AFC991ECEB}">
      <dsp:nvSpPr>
        <dsp:cNvPr id="0" name=""/>
        <dsp:cNvSpPr/>
      </dsp:nvSpPr>
      <dsp:spPr>
        <a:xfrm>
          <a:off x="0" y="294981"/>
          <a:ext cx="6394703" cy="11536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a:t>Existing Data was transferred to SSMS.</a:t>
          </a:r>
          <a:endParaRPr lang="en-US" sz="2900" kern="1200"/>
        </a:p>
      </dsp:txBody>
      <dsp:txXfrm>
        <a:off x="56315" y="351296"/>
        <a:ext cx="6282073" cy="1040990"/>
      </dsp:txXfrm>
    </dsp:sp>
    <dsp:sp modelId="{0976E4F9-068E-40A6-80D9-F885397D00A0}">
      <dsp:nvSpPr>
        <dsp:cNvPr id="0" name=""/>
        <dsp:cNvSpPr/>
      </dsp:nvSpPr>
      <dsp:spPr>
        <a:xfrm>
          <a:off x="0" y="1532121"/>
          <a:ext cx="6394703" cy="11536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a:t>Costs column was fixed to allow for accurate accounting.</a:t>
          </a:r>
          <a:endParaRPr lang="en-US" sz="2900" kern="1200"/>
        </a:p>
      </dsp:txBody>
      <dsp:txXfrm>
        <a:off x="56315" y="1588436"/>
        <a:ext cx="6282073" cy="1040990"/>
      </dsp:txXfrm>
    </dsp:sp>
    <dsp:sp modelId="{4CCD308F-2DDF-4EFB-BEBE-D5484B68FC6D}">
      <dsp:nvSpPr>
        <dsp:cNvPr id="0" name=""/>
        <dsp:cNvSpPr/>
      </dsp:nvSpPr>
      <dsp:spPr>
        <a:xfrm>
          <a:off x="0" y="2769261"/>
          <a:ext cx="6394703" cy="11536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a:t>New Stored Procedure were created to facilitate future data entry.</a:t>
          </a:r>
          <a:endParaRPr lang="en-US" sz="2900" kern="1200"/>
        </a:p>
      </dsp:txBody>
      <dsp:txXfrm>
        <a:off x="56315" y="2825576"/>
        <a:ext cx="6282073" cy="1040990"/>
      </dsp:txXfrm>
    </dsp:sp>
    <dsp:sp modelId="{98306F20-5F61-4521-9D1D-906D7D10BFDC}">
      <dsp:nvSpPr>
        <dsp:cNvPr id="0" name=""/>
        <dsp:cNvSpPr/>
      </dsp:nvSpPr>
      <dsp:spPr>
        <a:xfrm>
          <a:off x="0" y="4006401"/>
          <a:ext cx="6394703" cy="11536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a:t>A Summary Running Summary View was created for up to date totals.</a:t>
          </a:r>
          <a:endParaRPr lang="en-US" sz="2900" kern="1200"/>
        </a:p>
      </dsp:txBody>
      <dsp:txXfrm>
        <a:off x="56315" y="4062716"/>
        <a:ext cx="6282073" cy="10409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70A57E-029B-4793-8B62-81D98A9010F4}">
      <dsp:nvSpPr>
        <dsp:cNvPr id="0" name=""/>
        <dsp:cNvSpPr/>
      </dsp:nvSpPr>
      <dsp:spPr>
        <a:xfrm>
          <a:off x="0" y="0"/>
          <a:ext cx="2856692" cy="321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1" i="0" kern="1200"/>
            <a:t>Blades</a:t>
          </a:r>
          <a:endParaRPr lang="en-US" sz="1800" kern="1200"/>
        </a:p>
      </dsp:txBody>
      <dsp:txXfrm>
        <a:off x="0" y="0"/>
        <a:ext cx="2856692" cy="321349"/>
      </dsp:txXfrm>
    </dsp:sp>
    <dsp:sp modelId="{42B41816-63EF-417F-AD54-5DF765C462D8}">
      <dsp:nvSpPr>
        <dsp:cNvPr id="0" name=""/>
        <dsp:cNvSpPr/>
      </dsp:nvSpPr>
      <dsp:spPr>
        <a:xfrm>
          <a:off x="0" y="321349"/>
          <a:ext cx="2856692" cy="2892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a:t>Vancouver WA plant is the costliest, with an 11.27% Defect Rate, 49 returns, and $9800 worth of refunds.</a:t>
          </a:r>
          <a:endParaRPr lang="en-US" sz="1400" kern="1200"/>
        </a:p>
      </dsp:txBody>
      <dsp:txXfrm>
        <a:off x="0" y="321349"/>
        <a:ext cx="2856692" cy="2892144"/>
      </dsp:txXfrm>
    </dsp:sp>
    <dsp:sp modelId="{9D1F5C93-7730-4393-A550-CC7F22C82CF5}">
      <dsp:nvSpPr>
        <dsp:cNvPr id="0" name=""/>
        <dsp:cNvSpPr/>
      </dsp:nvSpPr>
      <dsp:spPr>
        <a:xfrm>
          <a:off x="3142361" y="0"/>
          <a:ext cx="2856692" cy="321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1" i="0" kern="1200"/>
            <a:t>Frame</a:t>
          </a:r>
          <a:endParaRPr lang="en-US" sz="1800" kern="1200"/>
        </a:p>
      </dsp:txBody>
      <dsp:txXfrm>
        <a:off x="3142361" y="0"/>
        <a:ext cx="2856692" cy="321349"/>
      </dsp:txXfrm>
    </dsp:sp>
    <dsp:sp modelId="{599E980A-631A-4C0E-888E-0396C031C44E}">
      <dsp:nvSpPr>
        <dsp:cNvPr id="0" name=""/>
        <dsp:cNvSpPr/>
      </dsp:nvSpPr>
      <dsp:spPr>
        <a:xfrm>
          <a:off x="3142361" y="321349"/>
          <a:ext cx="2856692" cy="2892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a:t>Richardson TX plant is the costliest, with a 10.96% Defect Rate, 47 returns, and $9400 worth of refunds.</a:t>
          </a:r>
          <a:endParaRPr lang="en-US" sz="1400" kern="1200"/>
        </a:p>
      </dsp:txBody>
      <dsp:txXfrm>
        <a:off x="3142361" y="321349"/>
        <a:ext cx="2856692" cy="2892144"/>
      </dsp:txXfrm>
    </dsp:sp>
    <dsp:sp modelId="{54A866EC-BF27-41C9-8951-2A92D5FE74FF}">
      <dsp:nvSpPr>
        <dsp:cNvPr id="0" name=""/>
        <dsp:cNvSpPr/>
      </dsp:nvSpPr>
      <dsp:spPr>
        <a:xfrm>
          <a:off x="6284722" y="0"/>
          <a:ext cx="2856692" cy="321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1" i="0" kern="1200"/>
            <a:t>Motor</a:t>
          </a:r>
          <a:endParaRPr lang="en-US" sz="1800" kern="1200"/>
        </a:p>
      </dsp:txBody>
      <dsp:txXfrm>
        <a:off x="6284722" y="0"/>
        <a:ext cx="2856692" cy="321349"/>
      </dsp:txXfrm>
    </dsp:sp>
    <dsp:sp modelId="{28C926E1-1982-4850-BBD7-08BE583E3A00}">
      <dsp:nvSpPr>
        <dsp:cNvPr id="0" name=""/>
        <dsp:cNvSpPr/>
      </dsp:nvSpPr>
      <dsp:spPr>
        <a:xfrm>
          <a:off x="6284722" y="321349"/>
          <a:ext cx="2856692" cy="2892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a:t>Denver CO plant is the costliest, with a 13.17% Defect Rate, 71 returns, and $14200 worth of refunds.</a:t>
          </a:r>
          <a:endParaRPr lang="en-US" sz="1400" kern="1200"/>
        </a:p>
      </dsp:txBody>
      <dsp:txXfrm>
        <a:off x="6284722" y="321349"/>
        <a:ext cx="2856692" cy="2892144"/>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5/11/2026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5/11/2026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366932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endParaRPr lang="en-US" dirty="0"/>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E5F44E88-89D9-49CC-9E37-1AF77A031198}" type="datetime1">
              <a:rPr lang="en-US" smtClean="0"/>
              <a:t>5/11/2026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AC2C24E-B95E-481D-968E-0BDCFC72F656}" type="datetime1">
              <a:rPr lang="en-US" smtClean="0"/>
              <a:t>5/11/2026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endParaRPr lang="en-US" dirty="0"/>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3093852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83DFFD80-41C6-4EAA-B049-EE90EA550127}" type="datetime1">
              <a:rPr lang="en-US" smtClean="0"/>
              <a:t>5/11/2026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44210B3C-79E3-495A-B2C3-EF766F409D04}" type="datetime1">
              <a:rPr lang="en-US" smtClean="0"/>
              <a:t>5/11/2026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dirty="0"/>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D6235515-DA3D-4D9A-9B02-44E2CBD9110F}" type="datetime1">
              <a:rPr lang="en-US" smtClean="0"/>
              <a:t>5/11/2026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852BD0B2-E7A7-4B81-8BAF-4B92BD6A4310}" type="datetime1">
              <a:rPr lang="en-US" smtClean="0"/>
              <a:t>5/11/2026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A0E657DB-59AB-47CC-B4C7-A245A3C76BB1}" type="datetime1">
              <a:rPr lang="en-US" smtClean="0"/>
              <a:t>5/11/2026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endParaRPr lang="en-US" dirty="0"/>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1415DC98-F527-4737-A5B9-3597210FA2F7}" type="datetime1">
              <a:rPr lang="en-US" smtClean="0"/>
              <a:t>5/11/2026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B2188889-44B4-42BD-84DC-2D1A93FD44C7}" type="datetime1">
              <a:rPr lang="en-US" smtClean="0"/>
              <a:t>5/11/2026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96A40708-E793-490B-9201-425C8D1F325C}" type="datetime1">
              <a:rPr lang="en-US" smtClean="0"/>
              <a:t>5/11/2026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dirty="0"/>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C1968991-530B-4F8D-80FE-2192BD2DD5A5}" type="datetime1">
              <a:rPr lang="en-US" smtClean="0"/>
              <a:t>5/11/2026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C23477E6-5CE8-4544-92C7-AEB7D166FD7D}" type="datetime1">
              <a:rPr lang="en-US" smtClean="0"/>
              <a:t>5/11/2026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63EB29E-E91D-4BC9-BE3F-394F6FDC9AC7}" type="datetime1">
              <a:rPr lang="en-US" smtClean="0"/>
              <a:t>5/11/2026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BAD7DA-2107-4637-8C8D-3B775970879B}" type="datetime1">
              <a:rPr lang="en-US" smtClean="0"/>
              <a:t>5/11/2026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659F5542-E2F9-4DC1-8AB7-8E5D8714BD21}" type="datetime1">
              <a:rPr lang="en-US" smtClean="0"/>
              <a:t>5/11/2026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4597AFA7-1C4B-4AAF-9FD8-61D1DA4C999A}" type="datetime1">
              <a:rPr lang="en-US" smtClean="0"/>
              <a:t>5/11/2026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EF5F7DF4-8BE0-4832-9230-78DDDEC4B6DD}" type="datetime1">
              <a:rPr lang="en-US" smtClean="0"/>
              <a:t>5/11/2026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DD3D21CC-B9C8-49F6-ADE7-6BF4A546A74E}" type="datetime1">
              <a:rPr lang="en-US" smtClean="0"/>
              <a:t>5/11/2026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dirty="0"/>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40723AE1-14A9-42B1-9F02-B524DA830762}" type="datetime1">
              <a:rPr lang="en-US" smtClean="0"/>
              <a:t>5/11/2026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C1166B1E-1AFA-4A7F-9646-409FBAA0A887}" type="datetime1">
              <a:rPr lang="en-US" smtClean="0"/>
              <a:t>5/11/2026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F2240801-1142-4411-9AA3-00BC0B3F40DA}" type="datetime1">
              <a:rPr lang="en-US" smtClean="0"/>
              <a:t>5/11/2026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CFA9782-9FBA-47E1-A36A-E75622F7046E}" type="datetime1">
              <a:rPr lang="en-US" smtClean="0"/>
              <a:t>5/11/2026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AA28231D-ABE1-4859-B037-5D42FA8F4858}" type="datetime1">
              <a:rPr lang="en-US" smtClean="0"/>
              <a:t>5/11/2026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endParaRPr lang="en-US" dirty="0"/>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AAA916C4-9175-479B-9610-7E06A2EDFEE0}" type="datetime1">
              <a:rPr lang="en-US" smtClean="0"/>
              <a:t>5/11/2026</a:t>
            </a:fld>
            <a:endParaRPr lang="en-US" dirty="0"/>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71AD2788-6390-4160-9542-0F1C554F0165}" type="datetime1">
              <a:rPr lang="en-US" smtClean="0"/>
              <a:t>5/11/2026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endParaRPr lang="en-US" dirty="0"/>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C6E6CDFB-328D-4B9A-B955-967B0C6194A8}" type="datetime1">
              <a:rPr lang="en-US" smtClean="0"/>
              <a:t>5/11/2026</a:t>
            </a:fld>
            <a:endParaRPr lang="en-US" dirty="0"/>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A994DB4-9653-4FD4-8A14-5DAFB68B0E92}" type="datetime1">
              <a:rPr lang="en-US" smtClean="0"/>
              <a:t>5/11/2026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BECFC22-7333-427C-A7BB-2A423772B9A0}" type="datetime1">
              <a:rPr lang="en-US" smtClean="0"/>
              <a:t>5/11/2026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B78D85C6-8657-43F4-BE68-8F80962A5435}" type="datetime1">
              <a:rPr lang="en-US" smtClean="0"/>
              <a:t>5/11/2026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r>
              <a:rPr lang="en-US"/>
              <a:t>Click icon to add picture</a:t>
            </a:r>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9D65A6B-59CD-4A95-97A1-5003425BCE52}" type="datetime1">
              <a:rPr lang="en-US" smtClean="0"/>
              <a:t>5/11/2026</a:t>
            </a:fld>
            <a:endParaRPr lang="en-US" dirty="0"/>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r>
              <a:rPr lang="en-US"/>
              <a:t>Click icon to add picture</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AEBE612C-E459-4252-B286-C98BDF4C5E92}" type="datetime1">
              <a:rPr lang="en-US" smtClean="0"/>
              <a:t>5/11/2026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endParaRPr lang="en-US" dirty="0"/>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D8568ADA-B78D-4076-A9DF-6C8E04B71243}" type="datetime1">
              <a:rPr lang="en-US" smtClean="0"/>
              <a:t>5/11/2026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E3ED234F-BBE0-48A3-AC31-D10A1F3BC187}" type="datetime1">
              <a:rPr lang="en-US" smtClean="0"/>
              <a:t>5/11/2026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AA0D3809-2B53-482D-AD1B-8B09C4B2656C}" type="datetime1">
              <a:rPr lang="en-US" smtClean="0"/>
              <a:t>5/11/2026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154F04C1-B149-48D4-90B8-E64820B32F59}" type="datetime1">
              <a:rPr lang="en-US" smtClean="0"/>
              <a:t>5/11/2026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endParaRPr lang="en-US" dirty="0"/>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81AED7B4-8DB4-40B0-90CF-49D3708442C0}" type="datetime1">
              <a:rPr lang="en-US" smtClean="0"/>
              <a:t>5/11/2026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F861E720-2EA4-4832-8DC2-DC3D2BDBB07C}" type="datetime1">
              <a:rPr lang="en-US" smtClean="0"/>
              <a:t>5/11/2026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AB608D6C-D0F1-479F-911E-8569D2F1ED15}" type="datetime1">
              <a:rPr lang="en-US" smtClean="0"/>
              <a:t>5/11/2026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CBCFCC67-CBC1-48BE-A467-33E284003C9C}" type="datetime1">
              <a:rPr lang="en-US" smtClean="0"/>
              <a:t>5/11/2026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3BF01E07-9F97-42AE-9FE9-3EAD856BDB2A}" type="datetime1">
              <a:rPr lang="en-US" smtClean="0"/>
              <a:t>5/11/2026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34B2334-B27F-4DA0-8A92-599603070D6B}" type="datetime1">
              <a:rPr lang="en-US" smtClean="0"/>
              <a:t>5/11/2026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9B8D85F-DE7D-4C09-9BDD-03377313F809}" type="datetime1">
              <a:rPr lang="en-US" smtClean="0"/>
              <a:t>5/11/2026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68CAF44C-1683-44E3-97C5-DF51C69BF7AA}" type="datetime1">
              <a:rPr lang="en-US" smtClean="0"/>
              <a:t>5/11/2026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CD150565-788C-402B-B078-3F96B9A231B8}" type="datetime1">
              <a:rPr lang="en-US" smtClean="0"/>
              <a:t>5/11/2026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D7B20C69-CB4E-44F7-A408-67C55627795C}" type="datetime1">
              <a:rPr lang="en-US" smtClean="0"/>
              <a:t>5/11/2026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A0C8FE45-F91B-4375-B362-4DC6F9A2A304}" type="datetime1">
              <a:rPr lang="en-US" smtClean="0"/>
              <a:t>5/11/2026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endParaRPr lang="en-US" dirty="0"/>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572A1522-8F1E-408E-ABA2-6F5B206582B8}" type="datetime1">
              <a:rPr lang="en-US" smtClean="0"/>
              <a:t>5/11/2026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3E19A776-5AE6-4251-8560-C6066D0B46D6}" type="datetime1">
              <a:rPr lang="en-US" smtClean="0"/>
              <a:t>5/11/2026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95FFA61-E651-4E50-A159-710A5ED7E6FE}" type="datetime1">
              <a:rPr lang="en-US" smtClean="0"/>
              <a:t>5/11/2026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E9E0D87-B7D0-4C2E-BAD1-97A555313A20}" type="datetime1">
              <a:rPr lang="en-US" smtClean="0"/>
              <a:t>5/11/2026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29814657-813A-4D7B-A2F8-E573BA1645D3}" type="datetime1">
              <a:rPr lang="en-US" smtClean="0"/>
              <a:t>5/11/2026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F4B6-3F85-6E67-ED81-2124436829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0CBC46-76F5-CB3F-9BF0-DE7BBD3C6643}"/>
              </a:ext>
            </a:extLst>
          </p:cNvPr>
          <p:cNvSpPr>
            <a:spLocks noGrp="1"/>
          </p:cNvSpPr>
          <p:nvPr>
            <p:ph type="ctrTitle"/>
          </p:nvPr>
        </p:nvSpPr>
        <p:spPr/>
        <p:txBody>
          <a:bodyPr>
            <a:noAutofit/>
          </a:bodyPr>
          <a:lstStyle/>
          <a:p>
            <a:r>
              <a:rPr lang="en-US" dirty="0"/>
              <a:t>Zoom drones</a:t>
            </a:r>
            <a:br>
              <a:rPr lang="en-US" dirty="0"/>
            </a:br>
            <a:endParaRPr lang="en-US" dirty="0"/>
          </a:p>
        </p:txBody>
      </p:sp>
      <p:sp>
        <p:nvSpPr>
          <p:cNvPr id="4" name="Subtitle 3">
            <a:extLst>
              <a:ext uri="{FF2B5EF4-FFF2-40B4-BE49-F238E27FC236}">
                <a16:creationId xmlns:a16="http://schemas.microsoft.com/office/drawing/2014/main" id="{5CA5C5AD-7278-E875-15B7-835123AC22E5}"/>
              </a:ext>
            </a:extLst>
          </p:cNvPr>
          <p:cNvSpPr>
            <a:spLocks noGrp="1"/>
          </p:cNvSpPr>
          <p:nvPr>
            <p:ph type="subTitle" idx="1"/>
          </p:nvPr>
        </p:nvSpPr>
        <p:spPr/>
        <p:txBody>
          <a:bodyPr>
            <a:normAutofit/>
          </a:bodyPr>
          <a:lstStyle/>
          <a:p>
            <a:r>
              <a:rPr lang="en-US" dirty="0"/>
              <a:t>Analysis Request</a:t>
            </a:r>
          </a:p>
        </p:txBody>
      </p:sp>
    </p:spTree>
    <p:extLst>
      <p:ext uri="{BB962C8B-B14F-4D97-AF65-F5344CB8AC3E}">
        <p14:creationId xmlns:p14="http://schemas.microsoft.com/office/powerpoint/2010/main" val="2812452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3E557-5053-0E52-CB2B-20C7EFB0DA72}"/>
              </a:ext>
            </a:extLst>
          </p:cNvPr>
          <p:cNvSpPr>
            <a:spLocks noGrp="1"/>
          </p:cNvSpPr>
          <p:nvPr>
            <p:ph type="title"/>
          </p:nvPr>
        </p:nvSpPr>
        <p:spPr>
          <a:xfrm>
            <a:off x="612185" y="685800"/>
            <a:ext cx="9141415" cy="1532788"/>
          </a:xfrm>
        </p:spPr>
        <p:txBody>
          <a:bodyPr anchor="b">
            <a:normAutofit/>
          </a:bodyPr>
          <a:lstStyle/>
          <a:p>
            <a:r>
              <a:rPr lang="en-US" dirty="0"/>
              <a:t>Problem</a:t>
            </a:r>
          </a:p>
        </p:txBody>
      </p:sp>
      <p:sp>
        <p:nvSpPr>
          <p:cNvPr id="6" name="Content Placeholder 5">
            <a:extLst>
              <a:ext uri="{FF2B5EF4-FFF2-40B4-BE49-F238E27FC236}">
                <a16:creationId xmlns:a16="http://schemas.microsoft.com/office/drawing/2014/main" id="{4A22E4E4-D532-E7C7-A2E6-8947652AC2A4}"/>
              </a:ext>
            </a:extLst>
          </p:cNvPr>
          <p:cNvSpPr>
            <a:spLocks noGrp="1"/>
          </p:cNvSpPr>
          <p:nvPr>
            <p:ph sz="quarter" idx="13"/>
          </p:nvPr>
        </p:nvSpPr>
        <p:spPr/>
        <p:txBody>
          <a:bodyPr/>
          <a:lstStyle/>
          <a:p>
            <a:r>
              <a:rPr lang="en-US" sz="2800" dirty="0"/>
              <a:t>Due to increased demand, our current data storage has proved inefficient. There are also issues with calculating cost in the Sales table. Additionally, we have seen an increase in part defects and are having difficulties identifying the source of the problem.</a:t>
            </a:r>
          </a:p>
        </p:txBody>
      </p:sp>
    </p:spTree>
    <p:extLst>
      <p:ext uri="{BB962C8B-B14F-4D97-AF65-F5344CB8AC3E}">
        <p14:creationId xmlns:p14="http://schemas.microsoft.com/office/powerpoint/2010/main" val="3336387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42898-8E3F-BD89-98B3-459A1095D2EB}"/>
              </a:ext>
            </a:extLst>
          </p:cNvPr>
          <p:cNvSpPr>
            <a:spLocks noGrp="1"/>
          </p:cNvSpPr>
          <p:nvPr>
            <p:ph type="title"/>
          </p:nvPr>
        </p:nvSpPr>
        <p:spPr/>
        <p:txBody>
          <a:bodyPr/>
          <a:lstStyle/>
          <a:p>
            <a:r>
              <a:rPr lang="en-US" dirty="0"/>
              <a:t>Request</a:t>
            </a:r>
          </a:p>
        </p:txBody>
      </p:sp>
      <p:sp>
        <p:nvSpPr>
          <p:cNvPr id="3" name="Content Placeholder 2">
            <a:extLst>
              <a:ext uri="{FF2B5EF4-FFF2-40B4-BE49-F238E27FC236}">
                <a16:creationId xmlns:a16="http://schemas.microsoft.com/office/drawing/2014/main" id="{F927D463-297B-ED59-F530-4CFF531C0895}"/>
              </a:ext>
            </a:extLst>
          </p:cNvPr>
          <p:cNvSpPr>
            <a:spLocks noGrp="1"/>
          </p:cNvSpPr>
          <p:nvPr>
            <p:ph sz="quarter" idx="13"/>
          </p:nvPr>
        </p:nvSpPr>
        <p:spPr/>
        <p:txBody>
          <a:bodyPr/>
          <a:lstStyle/>
          <a:p>
            <a:r>
              <a:rPr lang="en-US" sz="2800" dirty="0"/>
              <a:t>We want our current data transferred to SSMS. Additionally, we request an analysis of our product defects. We want to know the source of the defects and how it is affecting our bottom line.</a:t>
            </a:r>
          </a:p>
        </p:txBody>
      </p:sp>
    </p:spTree>
    <p:extLst>
      <p:ext uri="{BB962C8B-B14F-4D97-AF65-F5344CB8AC3E}">
        <p14:creationId xmlns:p14="http://schemas.microsoft.com/office/powerpoint/2010/main" val="2052881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3C391-D768-31BC-94A6-F81DEA453C1D}"/>
              </a:ext>
            </a:extLst>
          </p:cNvPr>
          <p:cNvSpPr>
            <a:spLocks noGrp="1"/>
          </p:cNvSpPr>
          <p:nvPr>
            <p:ph type="title"/>
          </p:nvPr>
        </p:nvSpPr>
        <p:spPr>
          <a:xfrm>
            <a:off x="614677" y="685800"/>
            <a:ext cx="3652523" cy="4102460"/>
          </a:xfrm>
        </p:spPr>
        <p:txBody>
          <a:bodyPr anchor="t">
            <a:normAutofit/>
          </a:bodyPr>
          <a:lstStyle/>
          <a:p>
            <a:r>
              <a:rPr lang="en-US" dirty="0"/>
              <a:t>Solution</a:t>
            </a:r>
          </a:p>
        </p:txBody>
      </p:sp>
      <p:graphicFrame>
        <p:nvGraphicFramePr>
          <p:cNvPr id="5" name="Content Placeholder 2">
            <a:extLst>
              <a:ext uri="{FF2B5EF4-FFF2-40B4-BE49-F238E27FC236}">
                <a16:creationId xmlns:a16="http://schemas.microsoft.com/office/drawing/2014/main" id="{373C1572-0E81-918A-A209-98094413CE51}"/>
              </a:ext>
            </a:extLst>
          </p:cNvPr>
          <p:cNvGraphicFramePr>
            <a:graphicFrameLocks noGrp="1"/>
          </p:cNvGraphicFramePr>
          <p:nvPr>
            <p:ph sz="quarter" idx="13"/>
            <p:extLst>
              <p:ext uri="{D42A27DB-BD31-4B8C-83A1-F6EECF244321}">
                <p14:modId xmlns:p14="http://schemas.microsoft.com/office/powerpoint/2010/main" val="603580407"/>
              </p:ext>
            </p:extLst>
          </p:nvPr>
        </p:nvGraphicFramePr>
        <p:xfrm>
          <a:off x="5181600" y="685800"/>
          <a:ext cx="6394703" cy="54550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5275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9055F-7DC5-3B50-9991-B90C9913DD34}"/>
              </a:ext>
            </a:extLst>
          </p:cNvPr>
          <p:cNvSpPr>
            <a:spLocks noGrp="1"/>
          </p:cNvSpPr>
          <p:nvPr>
            <p:ph type="title"/>
          </p:nvPr>
        </p:nvSpPr>
        <p:spPr>
          <a:xfrm>
            <a:off x="614677" y="685800"/>
            <a:ext cx="3652523" cy="4102460"/>
          </a:xfrm>
        </p:spPr>
        <p:txBody>
          <a:bodyPr anchor="t">
            <a:normAutofit/>
          </a:bodyPr>
          <a:lstStyle/>
          <a:p>
            <a:r>
              <a:rPr lang="en-US" dirty="0"/>
              <a:t>DATABASE</a:t>
            </a:r>
          </a:p>
        </p:txBody>
      </p:sp>
      <p:graphicFrame>
        <p:nvGraphicFramePr>
          <p:cNvPr id="5" name="Content Placeholder 2">
            <a:extLst>
              <a:ext uri="{FF2B5EF4-FFF2-40B4-BE49-F238E27FC236}">
                <a16:creationId xmlns:a16="http://schemas.microsoft.com/office/drawing/2014/main" id="{7088D11E-D6AA-4144-8E91-42F3B872F03E}"/>
              </a:ext>
            </a:extLst>
          </p:cNvPr>
          <p:cNvGraphicFramePr>
            <a:graphicFrameLocks noGrp="1"/>
          </p:cNvGraphicFramePr>
          <p:nvPr>
            <p:ph sz="quarter" idx="13"/>
            <p:extLst>
              <p:ext uri="{D42A27DB-BD31-4B8C-83A1-F6EECF244321}">
                <p14:modId xmlns:p14="http://schemas.microsoft.com/office/powerpoint/2010/main" val="1562957386"/>
              </p:ext>
            </p:extLst>
          </p:nvPr>
        </p:nvGraphicFramePr>
        <p:xfrm>
          <a:off x="5181600" y="685800"/>
          <a:ext cx="6394703" cy="54550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39104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DFC43-8D7E-A024-FBE1-84F6405ED990}"/>
              </a:ext>
            </a:extLst>
          </p:cNvPr>
          <p:cNvSpPr>
            <a:spLocks noGrp="1"/>
          </p:cNvSpPr>
          <p:nvPr>
            <p:ph type="title"/>
          </p:nvPr>
        </p:nvSpPr>
        <p:spPr>
          <a:xfrm>
            <a:off x="612646" y="685800"/>
            <a:ext cx="3654554" cy="4550251"/>
          </a:xfrm>
        </p:spPr>
        <p:txBody>
          <a:bodyPr anchor="t">
            <a:normAutofit/>
          </a:bodyPr>
          <a:lstStyle/>
          <a:p>
            <a:r>
              <a:rPr lang="en-US" sz="4600" dirty="0"/>
              <a:t>Dashboard</a:t>
            </a:r>
          </a:p>
        </p:txBody>
      </p:sp>
      <p:pic>
        <p:nvPicPr>
          <p:cNvPr id="5" name="Content Placeholder 4">
            <a:extLst>
              <a:ext uri="{FF2B5EF4-FFF2-40B4-BE49-F238E27FC236}">
                <a16:creationId xmlns:a16="http://schemas.microsoft.com/office/drawing/2014/main" id="{AB157366-2086-5904-FFB9-6F346F3E5F45}"/>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981200" y="1382451"/>
            <a:ext cx="9448800" cy="5291327"/>
          </a:xfrm>
          <a:prstGeom prst="rect">
            <a:avLst/>
          </a:prstGeom>
          <a:noFill/>
        </p:spPr>
      </p:pic>
    </p:spTree>
    <p:extLst>
      <p:ext uri="{BB962C8B-B14F-4D97-AF65-F5344CB8AC3E}">
        <p14:creationId xmlns:p14="http://schemas.microsoft.com/office/powerpoint/2010/main" val="3621705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903FD-4D83-4171-7A54-CB04A13585D0}"/>
              </a:ext>
            </a:extLst>
          </p:cNvPr>
          <p:cNvSpPr>
            <a:spLocks noGrp="1"/>
          </p:cNvSpPr>
          <p:nvPr>
            <p:ph type="title"/>
          </p:nvPr>
        </p:nvSpPr>
        <p:spPr>
          <a:xfrm>
            <a:off x="615698" y="685800"/>
            <a:ext cx="3364992" cy="1996301"/>
          </a:xfrm>
        </p:spPr>
        <p:txBody>
          <a:bodyPr anchor="b">
            <a:normAutofit/>
          </a:bodyPr>
          <a:lstStyle/>
          <a:p>
            <a:r>
              <a:rPr lang="en-US" sz="5000"/>
              <a:t>Contents</a:t>
            </a:r>
          </a:p>
        </p:txBody>
      </p:sp>
      <p:sp>
        <p:nvSpPr>
          <p:cNvPr id="3" name="Content Placeholder 2">
            <a:extLst>
              <a:ext uri="{FF2B5EF4-FFF2-40B4-BE49-F238E27FC236}">
                <a16:creationId xmlns:a16="http://schemas.microsoft.com/office/drawing/2014/main" id="{0A35BAB3-B015-290B-289B-8202F1BCE321}"/>
              </a:ext>
            </a:extLst>
          </p:cNvPr>
          <p:cNvSpPr>
            <a:spLocks noGrp="1"/>
          </p:cNvSpPr>
          <p:nvPr>
            <p:ph sz="quarter" idx="14"/>
          </p:nvPr>
        </p:nvSpPr>
        <p:spPr>
          <a:xfrm>
            <a:off x="615698" y="2880360"/>
            <a:ext cx="3364992" cy="3234856"/>
          </a:xfrm>
        </p:spPr>
        <p:txBody>
          <a:bodyPr>
            <a:normAutofit/>
          </a:bodyPr>
          <a:lstStyle/>
          <a:p>
            <a:pPr>
              <a:lnSpc>
                <a:spcPct val="90000"/>
              </a:lnSpc>
            </a:pPr>
            <a:r>
              <a:rPr lang="en-US" b="1"/>
              <a:t>Plant Output:</a:t>
            </a:r>
            <a:r>
              <a:rPr lang="en-US"/>
              <a:t> Tracks the costs of parts produced by each plant, and the number of parts produced alongside each plant's defect rate.</a:t>
            </a:r>
          </a:p>
          <a:p>
            <a:pPr>
              <a:lnSpc>
                <a:spcPct val="90000"/>
              </a:lnSpc>
            </a:pPr>
            <a:r>
              <a:rPr lang="en-US" b="1"/>
              <a:t>KPIs:</a:t>
            </a:r>
            <a:r>
              <a:rPr lang="en-US"/>
              <a:t> 3 KPI cards that track the factory with the Highest Defect Rate, # of returns, and Refund Impact.</a:t>
            </a:r>
          </a:p>
          <a:p>
            <a:pPr>
              <a:lnSpc>
                <a:spcPct val="90000"/>
              </a:lnSpc>
            </a:pPr>
            <a:r>
              <a:rPr lang="en-US" b="1"/>
              <a:t>Plant Profit Analysis:</a:t>
            </a:r>
            <a:r>
              <a:rPr lang="en-US"/>
              <a:t> Refund amount caused by each plant, alongside the amount of Defective Returns, and the Refund Impact.</a:t>
            </a:r>
          </a:p>
          <a:p>
            <a:pPr>
              <a:lnSpc>
                <a:spcPct val="90000"/>
              </a:lnSpc>
            </a:pPr>
            <a:r>
              <a:rPr lang="en-US" b="1"/>
              <a:t>Slicer:</a:t>
            </a:r>
            <a:r>
              <a:rPr lang="en-US"/>
              <a:t> Filters entire dashboard by part type (Blades, Frame, Motor).</a:t>
            </a:r>
          </a:p>
          <a:p>
            <a:pPr>
              <a:lnSpc>
                <a:spcPct val="90000"/>
              </a:lnSpc>
            </a:pPr>
            <a:endParaRPr lang="en-US"/>
          </a:p>
        </p:txBody>
      </p:sp>
      <p:pic>
        <p:nvPicPr>
          <p:cNvPr id="7" name="Picture 6" descr="Office building overlayed with stock market graphs">
            <a:extLst>
              <a:ext uri="{FF2B5EF4-FFF2-40B4-BE49-F238E27FC236}">
                <a16:creationId xmlns:a16="http://schemas.microsoft.com/office/drawing/2014/main" id="{F3F08477-4EBA-2118-DF15-FC39E50AB686}"/>
              </a:ext>
            </a:extLst>
          </p:cNvPr>
          <p:cNvPicPr>
            <a:picLocks noChangeAspect="1"/>
          </p:cNvPicPr>
          <p:nvPr/>
        </p:nvPicPr>
        <p:blipFill>
          <a:blip r:embed="rId2"/>
          <a:srcRect l="26459"/>
          <a:stretch>
            <a:fillRect/>
          </a:stretch>
        </p:blipFill>
        <p:spPr>
          <a:xfrm>
            <a:off x="4607856" y="10"/>
            <a:ext cx="7584144" cy="6857990"/>
          </a:xfrm>
          <a:prstGeom prst="rect">
            <a:avLst/>
          </a:prstGeom>
          <a:noFill/>
        </p:spPr>
      </p:pic>
    </p:spTree>
    <p:extLst>
      <p:ext uri="{BB962C8B-B14F-4D97-AF65-F5344CB8AC3E}">
        <p14:creationId xmlns:p14="http://schemas.microsoft.com/office/powerpoint/2010/main" val="2092000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0FBD4-CEB2-309C-7D24-0B0DDF282355}"/>
              </a:ext>
            </a:extLst>
          </p:cNvPr>
          <p:cNvSpPr>
            <a:spLocks noGrp="1"/>
          </p:cNvSpPr>
          <p:nvPr>
            <p:ph type="title"/>
          </p:nvPr>
        </p:nvSpPr>
        <p:spPr>
          <a:xfrm>
            <a:off x="612185" y="685800"/>
            <a:ext cx="9141415" cy="1532788"/>
          </a:xfrm>
        </p:spPr>
        <p:txBody>
          <a:bodyPr anchor="b">
            <a:normAutofit/>
          </a:bodyPr>
          <a:lstStyle/>
          <a:p>
            <a:r>
              <a:rPr lang="en-US" dirty="0"/>
              <a:t>Key Plant Insights</a:t>
            </a:r>
          </a:p>
        </p:txBody>
      </p:sp>
      <p:graphicFrame>
        <p:nvGraphicFramePr>
          <p:cNvPr id="7" name="Content Placeholder 2">
            <a:extLst>
              <a:ext uri="{FF2B5EF4-FFF2-40B4-BE49-F238E27FC236}">
                <a16:creationId xmlns:a16="http://schemas.microsoft.com/office/drawing/2014/main" id="{5CA99973-79E5-624B-885B-523D0C0C6875}"/>
              </a:ext>
            </a:extLst>
          </p:cNvPr>
          <p:cNvGraphicFramePr>
            <a:graphicFrameLocks noGrp="1"/>
          </p:cNvGraphicFramePr>
          <p:nvPr>
            <p:ph sz="quarter" idx="13"/>
            <p:extLst>
              <p:ext uri="{D42A27DB-BD31-4B8C-83A1-F6EECF244321}">
                <p14:modId xmlns:p14="http://schemas.microsoft.com/office/powerpoint/2010/main" val="3878711094"/>
              </p:ext>
              <p:ext uri="{E7BDC344-281C-4309-B0C6-D0EE65EED2A8}">
                <p202:designPr xmlns:p202="http://schemas.microsoft.com/office/powerpoint/2020/02/main">
                  <p202:designTagLst>
                    <p202:designTag name="ARCH:1:VSVAR" val="TitledTextBox"/>
                    <p202:designTag name="ARCH:1:CLS" val="InformationBlock"/>
                  </p202:designTagLst>
                </p202:designPr>
              </p:ext>
            </p:extLst>
          </p:nvPr>
        </p:nvGraphicFramePr>
        <p:xfrm>
          <a:off x="612185" y="2958705"/>
          <a:ext cx="9141415" cy="32134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7858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E447D-5509-5379-567C-3347A4BFC0DB}"/>
              </a:ext>
            </a:extLst>
          </p:cNvPr>
          <p:cNvSpPr>
            <a:spLocks noGrp="1"/>
          </p:cNvSpPr>
          <p:nvPr>
            <p:ph type="title"/>
          </p:nvPr>
        </p:nvSpPr>
        <p:spPr/>
        <p:txBody>
          <a:bodyPr/>
          <a:lstStyle/>
          <a:p>
            <a:r>
              <a:rPr lang="en-US" dirty="0"/>
              <a:t>Recommendations</a:t>
            </a:r>
          </a:p>
        </p:txBody>
      </p:sp>
      <p:sp>
        <p:nvSpPr>
          <p:cNvPr id="3" name="Content Placeholder 2">
            <a:extLst>
              <a:ext uri="{FF2B5EF4-FFF2-40B4-BE49-F238E27FC236}">
                <a16:creationId xmlns:a16="http://schemas.microsoft.com/office/drawing/2014/main" id="{D6E81A25-30AC-B8FB-06EA-74C15560A285}"/>
              </a:ext>
            </a:extLst>
          </p:cNvPr>
          <p:cNvSpPr>
            <a:spLocks noGrp="1"/>
          </p:cNvSpPr>
          <p:nvPr>
            <p:ph sz="quarter" idx="13"/>
          </p:nvPr>
        </p:nvSpPr>
        <p:spPr/>
        <p:txBody>
          <a:bodyPr/>
          <a:lstStyle/>
          <a:p>
            <a:pPr marL="285750" indent="-285750">
              <a:buFont typeface="Arial" panose="020B0604020202020204" pitchFamily="34" charset="0"/>
              <a:buChar char="•"/>
            </a:pPr>
            <a:r>
              <a:rPr lang="en-US" dirty="0"/>
              <a:t>The Vancouver WA, Richardson TX, and Denver CO are the main drivers of returns for each of their part categories.</a:t>
            </a:r>
          </a:p>
          <a:p>
            <a:pPr marL="285750" indent="-285750">
              <a:buFont typeface="Arial" panose="020B0604020202020204" pitchFamily="34" charset="0"/>
              <a:buChar char="•"/>
            </a:pPr>
            <a:r>
              <a:rPr lang="en-US" dirty="0"/>
              <a:t>For Blades production shift business from Vancouver WA to Tacoma WA. </a:t>
            </a:r>
          </a:p>
          <a:p>
            <a:pPr marL="285750" indent="-285750">
              <a:buFont typeface="Arial" panose="020B0604020202020204" pitchFamily="34" charset="0"/>
              <a:buChar char="•"/>
            </a:pPr>
            <a:r>
              <a:rPr lang="en-US" dirty="0"/>
              <a:t>For Frame production shift business from Richardson TX to Dallas TX. </a:t>
            </a:r>
          </a:p>
          <a:p>
            <a:pPr marL="285750" indent="-285750">
              <a:buFont typeface="Arial" panose="020B0604020202020204" pitchFamily="34" charset="0"/>
              <a:buChar char="•"/>
            </a:pPr>
            <a:r>
              <a:rPr lang="en-US" b="1" dirty="0"/>
              <a:t>Key Recommendation: </a:t>
            </a:r>
            <a:r>
              <a:rPr lang="en-US"/>
              <a:t>For Motor </a:t>
            </a:r>
            <a:r>
              <a:rPr lang="en-US" dirty="0"/>
              <a:t>production shift business from Denver CO to Portland OR.</a:t>
            </a:r>
          </a:p>
        </p:txBody>
      </p:sp>
    </p:spTree>
    <p:extLst>
      <p:ext uri="{BB962C8B-B14F-4D97-AF65-F5344CB8AC3E}">
        <p14:creationId xmlns:p14="http://schemas.microsoft.com/office/powerpoint/2010/main" val="3302593242"/>
      </p:ext>
    </p:extLst>
  </p:cSld>
  <p:clrMapOvr>
    <a:masterClrMapping/>
  </p:clrMapOvr>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fcaeb239-e0ad-43c4-9739-4084ddd7c62f_wac_v2" id="{21E82CDE-DB0F-446A-AB1C-C548E4C4E61C}" vid="{FC4C4127-EA88-45F9-9442-09B36E6C916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C3B381C-6232-408C-B65A-8475398E4C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EA42C18-4C38-43BB-8CE3-C963EDA9CBB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DE0AE46-2EED-447A-8B24-DFD65B70D448}">
  <ds:schemaRefs>
    <ds:schemaRef ds:uri="http://schemas.microsoft.com/sharepoint/v3/contenttype/forms"/>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{2947A9A9-C6A1-400A-9AA8-F16D48E5CD8B}0f45c1b8-b519-4737-8f12-a18148944ef7-TFfcaeb239-e0ad-43c4-9739-4084ddd7c62fe496f549_win32</Template>
  <TotalTime>3414</TotalTime>
  <Words>431</Words>
  <Application>Microsoft Office PowerPoint</Application>
  <PresentationFormat>Widescreen</PresentationFormat>
  <Paragraphs>40</Paragraphs>
  <Slides>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Bahnschrift SemiLight</vt:lpstr>
      <vt:lpstr>Blockwork elegance</vt:lpstr>
      <vt:lpstr>Zoom drones </vt:lpstr>
      <vt:lpstr>Problem</vt:lpstr>
      <vt:lpstr>Request</vt:lpstr>
      <vt:lpstr>Solution</vt:lpstr>
      <vt:lpstr>DATABASE</vt:lpstr>
      <vt:lpstr>Dashboard</vt:lpstr>
      <vt:lpstr>Contents</vt:lpstr>
      <vt:lpstr>Key Plant Insights</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Master T</dc:creator>
  <cp:lastModifiedBy>Master T</cp:lastModifiedBy>
  <cp:revision>1</cp:revision>
  <dcterms:created xsi:type="dcterms:W3CDTF">2026-05-04T17:48:22Z</dcterms:created>
  <dcterms:modified xsi:type="dcterms:W3CDTF">2026-05-13T19:46:09Z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